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F2FA"/>
    <a:srgbClr val="37F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84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06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9F4F02-E602-403F-A235-E2FFD2BF3CA0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40431601-13DF-4044-8E9F-7077D0999946}" type="pres">
      <dgm:prSet presAssocID="{F49F4F02-E602-403F-A235-E2FFD2BF3CA0}" presName="rootnode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D8F255B1-A063-43E6-A2D7-85E3DE46A90D}" type="presOf" srcId="{F49F4F02-E602-403F-A235-E2FFD2BF3CA0}" destId="{40431601-13DF-4044-8E9F-7077D099994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FF859E-BFAB-460F-AECF-CF5DB7C4424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81735B-410B-42F3-921D-E49161A4636F}">
      <dgm:prSet phldrT="[Text]" phldr="0"/>
      <dgm:spPr/>
      <dgm:t>
        <a:bodyPr/>
        <a:lstStyle/>
        <a:p>
          <a:pPr>
            <a:buNone/>
          </a:pPr>
          <a:r>
            <a:rPr lang="en-US" dirty="0"/>
            <a:t>Dataset (USA Housing)</a:t>
          </a:r>
        </a:p>
      </dgm:t>
    </dgm:pt>
    <dgm:pt modelId="{FEB59376-562C-4C32-B44C-271BF14B5EDD}" type="parTrans" cxnId="{FDDCE862-35CB-4AAD-AB86-2D8137526A27}">
      <dgm:prSet/>
      <dgm:spPr/>
      <dgm:t>
        <a:bodyPr/>
        <a:lstStyle/>
        <a:p>
          <a:endParaRPr lang="en-US"/>
        </a:p>
      </dgm:t>
    </dgm:pt>
    <dgm:pt modelId="{C3A65701-0CC9-4324-8A60-52CF21512C35}" type="sibTrans" cxnId="{FDDCE862-35CB-4AAD-AB86-2D8137526A27}">
      <dgm:prSet/>
      <dgm:spPr/>
      <dgm:t>
        <a:bodyPr/>
        <a:lstStyle/>
        <a:p>
          <a:endParaRPr lang="en-US"/>
        </a:p>
      </dgm:t>
    </dgm:pt>
    <dgm:pt modelId="{D36B9A75-0FC5-4E1D-9401-54E40B36098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>
                    <a:alpha val="33000"/>
                  </a:srgbClr>
                </a:outerShdw>
              </a:effectLst>
            </a:rPr>
            <a:t>USA Housing Dataset (Kaggle)</a:t>
          </a:r>
          <a:br>
            <a:rPr lang="en-US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>
                    <a:alpha val="33000"/>
                  </a:srgbClr>
                </a:outerShdw>
              </a:effectLst>
            </a:rPr>
          </a:br>
          <a:r>
            <a:rPr lang="en-US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>
                    <a:alpha val="33000"/>
                  </a:srgbClr>
                </a:outerShdw>
              </a:effectLst>
            </a:rPr>
            <a:t>Approximately 5000 </a:t>
          </a:r>
          <a:r>
            <a:rPr lang="en-US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/>
                </a:outerShdw>
              </a:effectLst>
            </a:rPr>
            <a:t>Samples</a:t>
          </a:r>
        </a:p>
      </dgm:t>
    </dgm:pt>
    <dgm:pt modelId="{3D185031-2852-4A61-BB97-3E193D941ADE}" type="parTrans" cxnId="{293EE166-1765-4712-A8E3-A77F9ED6A3EA}">
      <dgm:prSet/>
      <dgm:spPr/>
      <dgm:t>
        <a:bodyPr/>
        <a:lstStyle/>
        <a:p>
          <a:endParaRPr lang="en-US"/>
        </a:p>
      </dgm:t>
    </dgm:pt>
    <dgm:pt modelId="{96AE750E-ADD6-4122-9CE3-224F103318FD}" type="sibTrans" cxnId="{293EE166-1765-4712-A8E3-A77F9ED6A3EA}">
      <dgm:prSet/>
      <dgm:spPr/>
      <dgm:t>
        <a:bodyPr/>
        <a:lstStyle/>
        <a:p>
          <a:endParaRPr lang="en-US"/>
        </a:p>
      </dgm:t>
    </dgm:pt>
    <dgm:pt modelId="{0368833E-6799-46F1-897F-2DBD04927EEA}">
      <dgm:prSet phldrT="[Text]"/>
      <dgm:spPr/>
      <dgm:t>
        <a:bodyPr/>
        <a:lstStyle/>
        <a:p>
          <a:pPr>
            <a:buNone/>
          </a:pPr>
          <a:r>
            <a:rPr lang="en-US" dirty="0"/>
            <a:t>Final Model</a:t>
          </a:r>
        </a:p>
      </dgm:t>
    </dgm:pt>
    <dgm:pt modelId="{B5933435-F786-49DE-B068-0D03ED289C12}" type="parTrans" cxnId="{BF50EEF1-CC0B-4BB8-980D-589DCE22A204}">
      <dgm:prSet/>
      <dgm:spPr/>
      <dgm:t>
        <a:bodyPr/>
        <a:lstStyle/>
        <a:p>
          <a:endParaRPr lang="en-US"/>
        </a:p>
      </dgm:t>
    </dgm:pt>
    <dgm:pt modelId="{367F1090-1EFD-46BB-B43A-6DFA19FE8DC8}" type="sibTrans" cxnId="{BF50EEF1-CC0B-4BB8-980D-589DCE22A204}">
      <dgm:prSet/>
      <dgm:spPr/>
      <dgm:t>
        <a:bodyPr/>
        <a:lstStyle/>
        <a:p>
          <a:endParaRPr lang="en-US"/>
        </a:p>
      </dgm:t>
    </dgm:pt>
    <dgm:pt modelId="{FE9DD75B-EA0B-4A2D-8558-D79E6A21383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  <a:t>Captures non-linear patterns</a:t>
          </a:r>
          <a:br>
            <a:rPr lang="en-US" b="1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</a:br>
          <a:r>
            <a:rPr lang="en-US" b="1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  <a:t>Reduces overfitting (ensemble)</a:t>
          </a:r>
        </a:p>
      </dgm:t>
    </dgm:pt>
    <dgm:pt modelId="{AA45BBF0-CAA1-475D-9A4A-85721F4AD6E7}" type="parTrans" cxnId="{75AAF2BC-5656-43D9-A93D-4F6BDE26B8F8}">
      <dgm:prSet/>
      <dgm:spPr/>
      <dgm:t>
        <a:bodyPr/>
        <a:lstStyle/>
        <a:p>
          <a:endParaRPr lang="en-US"/>
        </a:p>
      </dgm:t>
    </dgm:pt>
    <dgm:pt modelId="{54B821DD-36C8-4EED-933F-AA80249C908A}" type="sibTrans" cxnId="{75AAF2BC-5656-43D9-A93D-4F6BDE26B8F8}">
      <dgm:prSet/>
      <dgm:spPr/>
      <dgm:t>
        <a:bodyPr/>
        <a:lstStyle/>
        <a:p>
          <a:endParaRPr lang="en-US"/>
        </a:p>
      </dgm:t>
    </dgm:pt>
    <dgm:pt modelId="{329242B1-FD35-47D3-8CEF-F74E907A5DA2}">
      <dgm:prSet phldrT="[Text]" phldr="0"/>
      <dgm:spPr/>
      <dgm:t>
        <a:bodyPr/>
        <a:lstStyle/>
        <a:p>
          <a:r>
            <a:rPr lang="en-US" dirty="0"/>
            <a:t>Results</a:t>
          </a:r>
        </a:p>
      </dgm:t>
    </dgm:pt>
    <dgm:pt modelId="{1523CA09-1C40-4710-8221-E81760088F71}" type="parTrans" cxnId="{A8C305B2-A470-4553-874D-30823D898883}">
      <dgm:prSet/>
      <dgm:spPr/>
      <dgm:t>
        <a:bodyPr/>
        <a:lstStyle/>
        <a:p>
          <a:endParaRPr lang="en-US"/>
        </a:p>
      </dgm:t>
    </dgm:pt>
    <dgm:pt modelId="{E287BCE2-8CF7-4541-83A3-784B6220B886}" type="sibTrans" cxnId="{A8C305B2-A470-4553-874D-30823D898883}">
      <dgm:prSet/>
      <dgm:spPr/>
      <dgm:t>
        <a:bodyPr/>
        <a:lstStyle/>
        <a:p>
          <a:endParaRPr lang="en-US"/>
        </a:p>
      </dgm:t>
    </dgm:pt>
    <dgm:pt modelId="{7E485510-B63E-4442-9C5B-14D169E7192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Predicted House Prices</a:t>
          </a:r>
          <a:br>
            <a:rPr lang="en-US" b="1" dirty="0"/>
          </a:br>
          <a:r>
            <a:rPr lang="en-US" b="1" dirty="0"/>
            <a:t>Evaluated with R² &amp; MAE</a:t>
          </a:r>
        </a:p>
      </dgm:t>
    </dgm:pt>
    <dgm:pt modelId="{D2DBD6DD-AF0B-4A51-8932-0C0E23F903A8}" type="parTrans" cxnId="{DC74646E-50BF-4A6A-B3E7-BC973E646196}">
      <dgm:prSet/>
      <dgm:spPr/>
      <dgm:t>
        <a:bodyPr/>
        <a:lstStyle/>
        <a:p>
          <a:endParaRPr lang="en-US"/>
        </a:p>
      </dgm:t>
    </dgm:pt>
    <dgm:pt modelId="{0E2B80C2-969A-4577-BAD5-8C057B8CF0C4}" type="sibTrans" cxnId="{DC74646E-50BF-4A6A-B3E7-BC973E646196}">
      <dgm:prSet/>
      <dgm:spPr/>
      <dgm:t>
        <a:bodyPr/>
        <a:lstStyle/>
        <a:p>
          <a:endParaRPr lang="en-US"/>
        </a:p>
      </dgm:t>
    </dgm:pt>
    <dgm:pt modelId="{AEF8DE68-5DBA-42F6-909E-1E19AED7692F}">
      <dgm:prSet/>
      <dgm:spPr/>
      <dgm:t>
        <a:bodyPr/>
        <a:lstStyle/>
        <a:p>
          <a:pPr>
            <a:buNone/>
          </a:pPr>
          <a:r>
            <a:rPr lang="en-US" dirty="0">
              <a:latin typeface="+mn-lt"/>
            </a:rPr>
            <a:t>Features</a:t>
          </a:r>
        </a:p>
      </dgm:t>
    </dgm:pt>
    <dgm:pt modelId="{3B8ABEF8-489E-4747-B7D1-2A9EF9CA296C}" type="parTrans" cxnId="{13E50A2E-1829-4836-9E47-69052BD9EA8E}">
      <dgm:prSet/>
      <dgm:spPr/>
      <dgm:t>
        <a:bodyPr/>
        <a:lstStyle/>
        <a:p>
          <a:endParaRPr lang="en-US"/>
        </a:p>
      </dgm:t>
    </dgm:pt>
    <dgm:pt modelId="{44EB6913-758F-4CB7-ABBB-C8D3DDA618A6}" type="sibTrans" cxnId="{13E50A2E-1829-4836-9E47-69052BD9EA8E}">
      <dgm:prSet/>
      <dgm:spPr/>
      <dgm:t>
        <a:bodyPr/>
        <a:lstStyle/>
        <a:p>
          <a:endParaRPr lang="en-US"/>
        </a:p>
      </dgm:t>
    </dgm:pt>
    <dgm:pt modelId="{E3F75902-8307-4408-988C-84B569BCFCCB}">
      <dgm:prSet/>
      <dgm:spPr/>
      <dgm:t>
        <a:bodyPr/>
        <a:lstStyle/>
        <a:p>
          <a:pPr>
            <a:buNone/>
          </a:pPr>
          <a:r>
            <a:rPr lang="en-US" dirty="0"/>
            <a:t>Models Tested</a:t>
          </a:r>
        </a:p>
      </dgm:t>
    </dgm:pt>
    <dgm:pt modelId="{9AB2803B-C72E-48C0-BEAF-7EE7BDEACB64}" type="parTrans" cxnId="{55803025-3164-4E2D-B86D-3C491A3B45D6}">
      <dgm:prSet/>
      <dgm:spPr/>
      <dgm:t>
        <a:bodyPr/>
        <a:lstStyle/>
        <a:p>
          <a:endParaRPr lang="en-US"/>
        </a:p>
      </dgm:t>
    </dgm:pt>
    <dgm:pt modelId="{D9417839-F6DB-40E1-8ECD-D038CC5FA48F}" type="sibTrans" cxnId="{55803025-3164-4E2D-B86D-3C491A3B45D6}">
      <dgm:prSet/>
      <dgm:spPr/>
      <dgm:t>
        <a:bodyPr/>
        <a:lstStyle/>
        <a:p>
          <a:endParaRPr lang="en-US"/>
        </a:p>
      </dgm:t>
    </dgm:pt>
    <dgm:pt modelId="{0181ADEC-37B0-427C-A1ED-A1350219602A}">
      <dgm:prSet/>
      <dgm:spPr/>
      <dgm:t>
        <a:bodyPr/>
        <a:lstStyle/>
        <a:p>
          <a:pPr>
            <a:buNone/>
          </a:pPr>
          <a:r>
            <a:rPr lang="en-US" dirty="0"/>
            <a:t>Preprocessing</a:t>
          </a:r>
        </a:p>
      </dgm:t>
    </dgm:pt>
    <dgm:pt modelId="{E460B373-5865-47C6-B4A8-C58955429CEF}" type="parTrans" cxnId="{CF4F8AA8-38CE-4143-AFF3-B2B1F60621F8}">
      <dgm:prSet/>
      <dgm:spPr/>
      <dgm:t>
        <a:bodyPr/>
        <a:lstStyle/>
        <a:p>
          <a:endParaRPr lang="en-US"/>
        </a:p>
      </dgm:t>
    </dgm:pt>
    <dgm:pt modelId="{AEBD25E2-B92F-4E0B-9186-B8523609A06A}" type="sibTrans" cxnId="{CF4F8AA8-38CE-4143-AFF3-B2B1F60621F8}">
      <dgm:prSet/>
      <dgm:spPr/>
      <dgm:t>
        <a:bodyPr/>
        <a:lstStyle/>
        <a:p>
          <a:endParaRPr lang="en-US"/>
        </a:p>
      </dgm:t>
    </dgm:pt>
    <dgm:pt modelId="{71D052F7-8533-4348-BA0B-EA5A9DE4AED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  <a:t>Random Forest Regressor</a:t>
          </a:r>
        </a:p>
      </dgm:t>
    </dgm:pt>
    <dgm:pt modelId="{5B7F7828-9727-4A44-AEC3-B6552914EBC0}" type="parTrans" cxnId="{D281CAD5-846F-49EB-8C14-1BA9C1255499}">
      <dgm:prSet/>
      <dgm:spPr/>
      <dgm:t>
        <a:bodyPr/>
        <a:lstStyle/>
        <a:p>
          <a:endParaRPr lang="en-US"/>
        </a:p>
      </dgm:t>
    </dgm:pt>
    <dgm:pt modelId="{783A2926-CAB1-494E-A146-36FD5477A285}" type="sibTrans" cxnId="{D281CAD5-846F-49EB-8C14-1BA9C1255499}">
      <dgm:prSet/>
      <dgm:spPr/>
      <dgm:t>
        <a:bodyPr/>
        <a:lstStyle/>
        <a:p>
          <a:endParaRPr lang="en-US"/>
        </a:p>
      </dgm:t>
    </dgm:pt>
    <dgm:pt modelId="{E8E147E3-B1A2-42CB-897A-1BC4393E74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Income, House Age</a:t>
          </a:r>
          <a:br>
            <a:rPr lang="en-US" b="1" dirty="0"/>
          </a:br>
          <a:r>
            <a:rPr lang="en-US" b="1" dirty="0"/>
            <a:t>Rooms &amp; Bedrooms</a:t>
          </a:r>
          <a:br>
            <a:rPr lang="en-US" b="1" dirty="0"/>
          </a:br>
          <a:r>
            <a:rPr lang="en-US" b="1" dirty="0"/>
            <a:t>Area Population</a:t>
          </a:r>
        </a:p>
      </dgm:t>
    </dgm:pt>
    <dgm:pt modelId="{BB1E4CBB-2D40-43F1-BED7-AED5043694A5}" type="parTrans" cxnId="{2D56BEA6-4966-430B-BFD5-526CA20142B3}">
      <dgm:prSet/>
      <dgm:spPr/>
      <dgm:t>
        <a:bodyPr/>
        <a:lstStyle/>
        <a:p>
          <a:endParaRPr lang="en-US"/>
        </a:p>
      </dgm:t>
    </dgm:pt>
    <dgm:pt modelId="{9065A3E7-6E7F-4428-96B0-97EDE768A93F}" type="sibTrans" cxnId="{2D56BEA6-4966-430B-BFD5-526CA20142B3}">
      <dgm:prSet/>
      <dgm:spPr/>
      <dgm:t>
        <a:bodyPr/>
        <a:lstStyle/>
        <a:p>
          <a:endParaRPr lang="en-US"/>
        </a:p>
      </dgm:t>
    </dgm:pt>
    <dgm:pt modelId="{2363AE7F-BEE2-4938-B9C4-4F54317A58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Removed duplicates</a:t>
          </a:r>
          <a:br>
            <a:rPr lang="en-US" b="1" dirty="0"/>
          </a:br>
          <a:r>
            <a:rPr lang="en-US" b="1" dirty="0"/>
            <a:t>Handled missing values</a:t>
          </a:r>
          <a:br>
            <a:rPr lang="en-US" b="1" dirty="0"/>
          </a:br>
          <a:r>
            <a:rPr lang="en-US" b="1" dirty="0"/>
            <a:t>Dropped irrelevant columns (Address)</a:t>
          </a:r>
        </a:p>
      </dgm:t>
    </dgm:pt>
    <dgm:pt modelId="{DD5D8DF8-E320-426A-A78C-A96E74681C94}" type="parTrans" cxnId="{7BCB5858-9A06-4270-85D4-A6409C9B4006}">
      <dgm:prSet/>
      <dgm:spPr/>
      <dgm:t>
        <a:bodyPr/>
        <a:lstStyle/>
        <a:p>
          <a:endParaRPr lang="en-US"/>
        </a:p>
      </dgm:t>
    </dgm:pt>
    <dgm:pt modelId="{A1D235EC-F92D-46BC-97FC-F992B6433DED}" type="sibTrans" cxnId="{7BCB5858-9A06-4270-85D4-A6409C9B4006}">
      <dgm:prSet/>
      <dgm:spPr/>
      <dgm:t>
        <a:bodyPr/>
        <a:lstStyle/>
        <a:p>
          <a:endParaRPr lang="en-US"/>
        </a:p>
      </dgm:t>
    </dgm:pt>
    <dgm:pt modelId="{1F4AEEFE-FFE1-428E-B5A0-9ADF0AED98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Linear Regression</a:t>
          </a:r>
          <a:br>
            <a:rPr lang="en-US" b="1" dirty="0"/>
          </a:br>
          <a:r>
            <a:rPr lang="en-US" b="1" dirty="0"/>
            <a:t>Ridge (L2), Lasso (L1)</a:t>
          </a:r>
          <a:br>
            <a:rPr lang="en-US" b="1" dirty="0"/>
          </a:br>
          <a:r>
            <a:rPr lang="en-US" b="1" dirty="0"/>
            <a:t>Elastic Net</a:t>
          </a:r>
        </a:p>
      </dgm:t>
    </dgm:pt>
    <dgm:pt modelId="{053C09F0-87E2-4647-AE0D-95A417DFBBF1}" type="parTrans" cxnId="{4D2D47AB-6931-4A5E-B0B4-B48619A45D32}">
      <dgm:prSet/>
      <dgm:spPr/>
      <dgm:t>
        <a:bodyPr/>
        <a:lstStyle/>
        <a:p>
          <a:endParaRPr lang="en-US"/>
        </a:p>
      </dgm:t>
    </dgm:pt>
    <dgm:pt modelId="{7BC474D7-3F2B-4D5F-9221-845B5A6647E3}" type="sibTrans" cxnId="{4D2D47AB-6931-4A5E-B0B4-B48619A45D32}">
      <dgm:prSet/>
      <dgm:spPr/>
      <dgm:t>
        <a:bodyPr/>
        <a:lstStyle/>
        <a:p>
          <a:endParaRPr lang="en-US"/>
        </a:p>
      </dgm:t>
    </dgm:pt>
    <dgm:pt modelId="{6825FC06-BE45-4274-A733-5ECA71C5D02B}" type="pres">
      <dgm:prSet presAssocID="{33FF859E-BFAB-460F-AECF-CF5DB7C44248}" presName="Name0" presStyleCnt="0">
        <dgm:presLayoutVars>
          <dgm:dir/>
          <dgm:animLvl val="lvl"/>
          <dgm:resizeHandles/>
        </dgm:presLayoutVars>
      </dgm:prSet>
      <dgm:spPr/>
    </dgm:pt>
    <dgm:pt modelId="{7F4E6991-10EF-407D-89A7-9B87618037CA}" type="pres">
      <dgm:prSet presAssocID="{9481735B-410B-42F3-921D-E49161A4636F}" presName="linNode" presStyleCnt="0"/>
      <dgm:spPr/>
    </dgm:pt>
    <dgm:pt modelId="{C68F7CF1-612F-42F6-8DB2-18720D37A67D}" type="pres">
      <dgm:prSet presAssocID="{9481735B-410B-42F3-921D-E49161A4636F}" presName="parentShp" presStyleLbl="node1" presStyleIdx="0" presStyleCnt="6">
        <dgm:presLayoutVars>
          <dgm:bulletEnabled val="1"/>
        </dgm:presLayoutVars>
      </dgm:prSet>
      <dgm:spPr/>
    </dgm:pt>
    <dgm:pt modelId="{937650EB-28D9-46B8-8E55-C9CE2E3591E3}" type="pres">
      <dgm:prSet presAssocID="{9481735B-410B-42F3-921D-E49161A4636F}" presName="childShp" presStyleLbl="bgAccFollowNode1" presStyleIdx="0" presStyleCnt="6">
        <dgm:presLayoutVars>
          <dgm:bulletEnabled val="1"/>
        </dgm:presLayoutVars>
      </dgm:prSet>
      <dgm:spPr/>
    </dgm:pt>
    <dgm:pt modelId="{D1F0D7D4-70B8-4D66-9C75-4E56491FDF23}" type="pres">
      <dgm:prSet presAssocID="{C3A65701-0CC9-4324-8A60-52CF21512C35}" presName="spacing" presStyleCnt="0"/>
      <dgm:spPr/>
    </dgm:pt>
    <dgm:pt modelId="{5FAF311A-43F0-4A68-BE23-8013507EE6DA}" type="pres">
      <dgm:prSet presAssocID="{AEF8DE68-5DBA-42F6-909E-1E19AED7692F}" presName="linNode" presStyleCnt="0"/>
      <dgm:spPr/>
    </dgm:pt>
    <dgm:pt modelId="{595984C1-4888-4C2C-9CA2-4FC981C2D251}" type="pres">
      <dgm:prSet presAssocID="{AEF8DE68-5DBA-42F6-909E-1E19AED7692F}" presName="parentShp" presStyleLbl="node1" presStyleIdx="1" presStyleCnt="6">
        <dgm:presLayoutVars>
          <dgm:bulletEnabled val="1"/>
        </dgm:presLayoutVars>
      </dgm:prSet>
      <dgm:spPr/>
    </dgm:pt>
    <dgm:pt modelId="{FCE2E61E-466A-4443-B16A-32C1EE45CAD7}" type="pres">
      <dgm:prSet presAssocID="{AEF8DE68-5DBA-42F6-909E-1E19AED7692F}" presName="childShp" presStyleLbl="bgAccFollowNode1" presStyleIdx="1" presStyleCnt="6">
        <dgm:presLayoutVars>
          <dgm:bulletEnabled val="1"/>
        </dgm:presLayoutVars>
      </dgm:prSet>
      <dgm:spPr/>
    </dgm:pt>
    <dgm:pt modelId="{069958B5-9180-442F-9FFD-64B40CE4F20D}" type="pres">
      <dgm:prSet presAssocID="{44EB6913-758F-4CB7-ABBB-C8D3DDA618A6}" presName="spacing" presStyleCnt="0"/>
      <dgm:spPr/>
    </dgm:pt>
    <dgm:pt modelId="{14CD72AA-7791-4C0B-B6D5-E7B66F41B3BB}" type="pres">
      <dgm:prSet presAssocID="{0181ADEC-37B0-427C-A1ED-A1350219602A}" presName="linNode" presStyleCnt="0"/>
      <dgm:spPr/>
    </dgm:pt>
    <dgm:pt modelId="{BA2C808D-5401-44A6-AFE4-6ECF4EE125EA}" type="pres">
      <dgm:prSet presAssocID="{0181ADEC-37B0-427C-A1ED-A1350219602A}" presName="parentShp" presStyleLbl="node1" presStyleIdx="2" presStyleCnt="6">
        <dgm:presLayoutVars>
          <dgm:bulletEnabled val="1"/>
        </dgm:presLayoutVars>
      </dgm:prSet>
      <dgm:spPr/>
    </dgm:pt>
    <dgm:pt modelId="{966F448C-587A-45A9-ADE2-C19452859085}" type="pres">
      <dgm:prSet presAssocID="{0181ADEC-37B0-427C-A1ED-A1350219602A}" presName="childShp" presStyleLbl="bgAccFollowNode1" presStyleIdx="2" presStyleCnt="6">
        <dgm:presLayoutVars>
          <dgm:bulletEnabled val="1"/>
        </dgm:presLayoutVars>
      </dgm:prSet>
      <dgm:spPr/>
    </dgm:pt>
    <dgm:pt modelId="{E9B7E0A5-F46C-4B3B-9E2D-4117EF6A13C0}" type="pres">
      <dgm:prSet presAssocID="{AEBD25E2-B92F-4E0B-9186-B8523609A06A}" presName="spacing" presStyleCnt="0"/>
      <dgm:spPr/>
    </dgm:pt>
    <dgm:pt modelId="{01AAC983-651E-4157-B3FD-1155F2EFB254}" type="pres">
      <dgm:prSet presAssocID="{E3F75902-8307-4408-988C-84B569BCFCCB}" presName="linNode" presStyleCnt="0"/>
      <dgm:spPr/>
    </dgm:pt>
    <dgm:pt modelId="{22864E4E-AF8A-4612-9F2E-2559322D1CD9}" type="pres">
      <dgm:prSet presAssocID="{E3F75902-8307-4408-988C-84B569BCFCCB}" presName="parentShp" presStyleLbl="node1" presStyleIdx="3" presStyleCnt="6">
        <dgm:presLayoutVars>
          <dgm:bulletEnabled val="1"/>
        </dgm:presLayoutVars>
      </dgm:prSet>
      <dgm:spPr/>
    </dgm:pt>
    <dgm:pt modelId="{395408F1-B74B-42B0-8CB6-1B696B036404}" type="pres">
      <dgm:prSet presAssocID="{E3F75902-8307-4408-988C-84B569BCFCCB}" presName="childShp" presStyleLbl="bgAccFollowNode1" presStyleIdx="3" presStyleCnt="6">
        <dgm:presLayoutVars>
          <dgm:bulletEnabled val="1"/>
        </dgm:presLayoutVars>
      </dgm:prSet>
      <dgm:spPr/>
    </dgm:pt>
    <dgm:pt modelId="{E1963AB8-D21F-42AE-B7E5-842F902FADF2}" type="pres">
      <dgm:prSet presAssocID="{D9417839-F6DB-40E1-8ECD-D038CC5FA48F}" presName="spacing" presStyleCnt="0"/>
      <dgm:spPr/>
    </dgm:pt>
    <dgm:pt modelId="{E3F3731D-F6C4-4890-B11A-19EE935984D6}" type="pres">
      <dgm:prSet presAssocID="{0368833E-6799-46F1-897F-2DBD04927EEA}" presName="linNode" presStyleCnt="0"/>
      <dgm:spPr/>
    </dgm:pt>
    <dgm:pt modelId="{D88DC652-1D5D-4F47-88F0-B07A255140B3}" type="pres">
      <dgm:prSet presAssocID="{0368833E-6799-46F1-897F-2DBD04927EEA}" presName="parentShp" presStyleLbl="node1" presStyleIdx="4" presStyleCnt="6">
        <dgm:presLayoutVars>
          <dgm:bulletEnabled val="1"/>
        </dgm:presLayoutVars>
      </dgm:prSet>
      <dgm:spPr/>
    </dgm:pt>
    <dgm:pt modelId="{C401A22C-7172-45EC-8DC4-2FF8F0B6F06D}" type="pres">
      <dgm:prSet presAssocID="{0368833E-6799-46F1-897F-2DBD04927EEA}" presName="childShp" presStyleLbl="bgAccFollowNode1" presStyleIdx="4" presStyleCnt="6">
        <dgm:presLayoutVars>
          <dgm:bulletEnabled val="1"/>
        </dgm:presLayoutVars>
      </dgm:prSet>
      <dgm:spPr/>
    </dgm:pt>
    <dgm:pt modelId="{182B7489-3C96-4D66-8887-69CBA1CE4896}" type="pres">
      <dgm:prSet presAssocID="{367F1090-1EFD-46BB-B43A-6DFA19FE8DC8}" presName="spacing" presStyleCnt="0"/>
      <dgm:spPr/>
    </dgm:pt>
    <dgm:pt modelId="{CF4BA7D2-7B88-4ACA-8B00-3CA82B1CBC5E}" type="pres">
      <dgm:prSet presAssocID="{329242B1-FD35-47D3-8CEF-F74E907A5DA2}" presName="linNode" presStyleCnt="0"/>
      <dgm:spPr/>
    </dgm:pt>
    <dgm:pt modelId="{BAF97654-B39D-4640-B865-5DF94186196F}" type="pres">
      <dgm:prSet presAssocID="{329242B1-FD35-47D3-8CEF-F74E907A5DA2}" presName="parentShp" presStyleLbl="node1" presStyleIdx="5" presStyleCnt="6">
        <dgm:presLayoutVars>
          <dgm:bulletEnabled val="1"/>
        </dgm:presLayoutVars>
      </dgm:prSet>
      <dgm:spPr/>
    </dgm:pt>
    <dgm:pt modelId="{7638190F-18E6-4C27-B14A-9E6437F20801}" type="pres">
      <dgm:prSet presAssocID="{329242B1-FD35-47D3-8CEF-F74E907A5DA2}" presName="childShp" presStyleLbl="bgAccFollowNode1" presStyleIdx="5" presStyleCnt="6">
        <dgm:presLayoutVars>
          <dgm:bulletEnabled val="1"/>
        </dgm:presLayoutVars>
      </dgm:prSet>
      <dgm:spPr/>
    </dgm:pt>
  </dgm:ptLst>
  <dgm:cxnLst>
    <dgm:cxn modelId="{B9C3F00E-8C34-411B-93F9-6F2AFD2D45FB}" type="presOf" srcId="{329242B1-FD35-47D3-8CEF-F74E907A5DA2}" destId="{BAF97654-B39D-4640-B865-5DF94186196F}" srcOrd="0" destOrd="0" presId="urn:microsoft.com/office/officeart/2005/8/layout/vList6"/>
    <dgm:cxn modelId="{61A85315-95E1-44F6-A380-B9F6D097D8A4}" type="presOf" srcId="{D36B9A75-0FC5-4E1D-9401-54E40B360983}" destId="{937650EB-28D9-46B8-8E55-C9CE2E3591E3}" srcOrd="0" destOrd="0" presId="urn:microsoft.com/office/officeart/2005/8/layout/vList6"/>
    <dgm:cxn modelId="{4659381D-62E6-43C2-A9FB-D128C0FE98E6}" type="presOf" srcId="{33FF859E-BFAB-460F-AECF-CF5DB7C44248}" destId="{6825FC06-BE45-4274-A733-5ECA71C5D02B}" srcOrd="0" destOrd="0" presId="urn:microsoft.com/office/officeart/2005/8/layout/vList6"/>
    <dgm:cxn modelId="{55803025-3164-4E2D-B86D-3C491A3B45D6}" srcId="{33FF859E-BFAB-460F-AECF-CF5DB7C44248}" destId="{E3F75902-8307-4408-988C-84B569BCFCCB}" srcOrd="3" destOrd="0" parTransId="{9AB2803B-C72E-48C0-BEAF-7EE7BDEACB64}" sibTransId="{D9417839-F6DB-40E1-8ECD-D038CC5FA48F}"/>
    <dgm:cxn modelId="{13E50A2E-1829-4836-9E47-69052BD9EA8E}" srcId="{33FF859E-BFAB-460F-AECF-CF5DB7C44248}" destId="{AEF8DE68-5DBA-42F6-909E-1E19AED7692F}" srcOrd="1" destOrd="0" parTransId="{3B8ABEF8-489E-4747-B7D1-2A9EF9CA296C}" sibTransId="{44EB6913-758F-4CB7-ABBB-C8D3DDA618A6}"/>
    <dgm:cxn modelId="{A38CE32F-698E-481B-B8FF-2CFFA376F826}" type="presOf" srcId="{AEF8DE68-5DBA-42F6-909E-1E19AED7692F}" destId="{595984C1-4888-4C2C-9CA2-4FC981C2D251}" srcOrd="0" destOrd="0" presId="urn:microsoft.com/office/officeart/2005/8/layout/vList6"/>
    <dgm:cxn modelId="{E8BDF85E-E086-47F3-BA7C-EE275512D6E5}" type="presOf" srcId="{0181ADEC-37B0-427C-A1ED-A1350219602A}" destId="{BA2C808D-5401-44A6-AFE4-6ECF4EE125EA}" srcOrd="0" destOrd="0" presId="urn:microsoft.com/office/officeart/2005/8/layout/vList6"/>
    <dgm:cxn modelId="{FDDCE862-35CB-4AAD-AB86-2D8137526A27}" srcId="{33FF859E-BFAB-460F-AECF-CF5DB7C44248}" destId="{9481735B-410B-42F3-921D-E49161A4636F}" srcOrd="0" destOrd="0" parTransId="{FEB59376-562C-4C32-B44C-271BF14B5EDD}" sibTransId="{C3A65701-0CC9-4324-8A60-52CF21512C35}"/>
    <dgm:cxn modelId="{2F5C6246-0196-43E2-AA0E-85A2C0E16FC4}" type="presOf" srcId="{E3F75902-8307-4408-988C-84B569BCFCCB}" destId="{22864E4E-AF8A-4612-9F2E-2559322D1CD9}" srcOrd="0" destOrd="0" presId="urn:microsoft.com/office/officeart/2005/8/layout/vList6"/>
    <dgm:cxn modelId="{293EE166-1765-4712-A8E3-A77F9ED6A3EA}" srcId="{9481735B-410B-42F3-921D-E49161A4636F}" destId="{D36B9A75-0FC5-4E1D-9401-54E40B360983}" srcOrd="0" destOrd="0" parTransId="{3D185031-2852-4A61-BB97-3E193D941ADE}" sibTransId="{96AE750E-ADD6-4122-9CE3-224F103318FD}"/>
    <dgm:cxn modelId="{D413E46C-1F82-43B4-9DDE-C7E5103B61D0}" type="presOf" srcId="{0368833E-6799-46F1-897F-2DBD04927EEA}" destId="{D88DC652-1D5D-4F47-88F0-B07A255140B3}" srcOrd="0" destOrd="0" presId="urn:microsoft.com/office/officeart/2005/8/layout/vList6"/>
    <dgm:cxn modelId="{DC74646E-50BF-4A6A-B3E7-BC973E646196}" srcId="{329242B1-FD35-47D3-8CEF-F74E907A5DA2}" destId="{7E485510-B63E-4442-9C5B-14D169E7192A}" srcOrd="0" destOrd="0" parTransId="{D2DBD6DD-AF0B-4A51-8932-0C0E23F903A8}" sibTransId="{0E2B80C2-969A-4577-BAD5-8C057B8CF0C4}"/>
    <dgm:cxn modelId="{16D3F271-08DB-4D16-BD66-2D62B8B522C4}" type="presOf" srcId="{71D052F7-8533-4348-BA0B-EA5A9DE4AEDD}" destId="{C401A22C-7172-45EC-8DC4-2FF8F0B6F06D}" srcOrd="0" destOrd="0" presId="urn:microsoft.com/office/officeart/2005/8/layout/vList6"/>
    <dgm:cxn modelId="{1037A754-8948-4E29-89C9-D585BD4F3696}" type="presOf" srcId="{E8E147E3-B1A2-42CB-897A-1BC4393E7426}" destId="{FCE2E61E-466A-4443-B16A-32C1EE45CAD7}" srcOrd="0" destOrd="0" presId="urn:microsoft.com/office/officeart/2005/8/layout/vList6"/>
    <dgm:cxn modelId="{7BCB5858-9A06-4270-85D4-A6409C9B4006}" srcId="{0181ADEC-37B0-427C-A1ED-A1350219602A}" destId="{2363AE7F-BEE2-4938-B9C4-4F54317A5835}" srcOrd="0" destOrd="0" parTransId="{DD5D8DF8-E320-426A-A78C-A96E74681C94}" sibTransId="{A1D235EC-F92D-46BC-97FC-F992B6433DED}"/>
    <dgm:cxn modelId="{8FA52985-2E15-4503-9340-05E4E981D92C}" type="presOf" srcId="{2363AE7F-BEE2-4938-B9C4-4F54317A5835}" destId="{966F448C-587A-45A9-ADE2-C19452859085}" srcOrd="0" destOrd="0" presId="urn:microsoft.com/office/officeart/2005/8/layout/vList6"/>
    <dgm:cxn modelId="{EF64759A-7E58-431B-B666-5704F106F135}" type="presOf" srcId="{7E485510-B63E-4442-9C5B-14D169E7192A}" destId="{7638190F-18E6-4C27-B14A-9E6437F20801}" srcOrd="0" destOrd="0" presId="urn:microsoft.com/office/officeart/2005/8/layout/vList6"/>
    <dgm:cxn modelId="{29B700A4-71D5-417B-9231-01FE60825B09}" type="presOf" srcId="{FE9DD75B-EA0B-4A2D-8558-D79E6A21383F}" destId="{C401A22C-7172-45EC-8DC4-2FF8F0B6F06D}" srcOrd="0" destOrd="1" presId="urn:microsoft.com/office/officeart/2005/8/layout/vList6"/>
    <dgm:cxn modelId="{2D56BEA6-4966-430B-BFD5-526CA20142B3}" srcId="{AEF8DE68-5DBA-42F6-909E-1E19AED7692F}" destId="{E8E147E3-B1A2-42CB-897A-1BC4393E7426}" srcOrd="0" destOrd="0" parTransId="{BB1E4CBB-2D40-43F1-BED7-AED5043694A5}" sibTransId="{9065A3E7-6E7F-4428-96B0-97EDE768A93F}"/>
    <dgm:cxn modelId="{CF4F8AA8-38CE-4143-AFF3-B2B1F60621F8}" srcId="{33FF859E-BFAB-460F-AECF-CF5DB7C44248}" destId="{0181ADEC-37B0-427C-A1ED-A1350219602A}" srcOrd="2" destOrd="0" parTransId="{E460B373-5865-47C6-B4A8-C58955429CEF}" sibTransId="{AEBD25E2-B92F-4E0B-9186-B8523609A06A}"/>
    <dgm:cxn modelId="{4D2D47AB-6931-4A5E-B0B4-B48619A45D32}" srcId="{E3F75902-8307-4408-988C-84B569BCFCCB}" destId="{1F4AEEFE-FFE1-428E-B5A0-9ADF0AED9830}" srcOrd="0" destOrd="0" parTransId="{053C09F0-87E2-4647-AE0D-95A417DFBBF1}" sibTransId="{7BC474D7-3F2B-4D5F-9221-845B5A6647E3}"/>
    <dgm:cxn modelId="{A8C305B2-A470-4553-874D-30823D898883}" srcId="{33FF859E-BFAB-460F-AECF-CF5DB7C44248}" destId="{329242B1-FD35-47D3-8CEF-F74E907A5DA2}" srcOrd="5" destOrd="0" parTransId="{1523CA09-1C40-4710-8221-E81760088F71}" sibTransId="{E287BCE2-8CF7-4541-83A3-784B6220B886}"/>
    <dgm:cxn modelId="{75AAF2BC-5656-43D9-A93D-4F6BDE26B8F8}" srcId="{0368833E-6799-46F1-897F-2DBD04927EEA}" destId="{FE9DD75B-EA0B-4A2D-8558-D79E6A21383F}" srcOrd="1" destOrd="0" parTransId="{AA45BBF0-CAA1-475D-9A4A-85721F4AD6E7}" sibTransId="{54B821DD-36C8-4EED-933F-AA80249C908A}"/>
    <dgm:cxn modelId="{8C6E5CD2-747A-4677-8472-83BF81A7F09F}" type="presOf" srcId="{1F4AEEFE-FFE1-428E-B5A0-9ADF0AED9830}" destId="{395408F1-B74B-42B0-8CB6-1B696B036404}" srcOrd="0" destOrd="0" presId="urn:microsoft.com/office/officeart/2005/8/layout/vList6"/>
    <dgm:cxn modelId="{D281CAD5-846F-49EB-8C14-1BA9C1255499}" srcId="{0368833E-6799-46F1-897F-2DBD04927EEA}" destId="{71D052F7-8533-4348-BA0B-EA5A9DE4AEDD}" srcOrd="0" destOrd="0" parTransId="{5B7F7828-9727-4A44-AEC3-B6552914EBC0}" sibTransId="{783A2926-CAB1-494E-A146-36FD5477A285}"/>
    <dgm:cxn modelId="{BF50EEF1-CC0B-4BB8-980D-589DCE22A204}" srcId="{33FF859E-BFAB-460F-AECF-CF5DB7C44248}" destId="{0368833E-6799-46F1-897F-2DBD04927EEA}" srcOrd="4" destOrd="0" parTransId="{B5933435-F786-49DE-B068-0D03ED289C12}" sibTransId="{367F1090-1EFD-46BB-B43A-6DFA19FE8DC8}"/>
    <dgm:cxn modelId="{163D6AF6-CD8B-4DF3-90A7-A5F0C2ADB52D}" type="presOf" srcId="{9481735B-410B-42F3-921D-E49161A4636F}" destId="{C68F7CF1-612F-42F6-8DB2-18720D37A67D}" srcOrd="0" destOrd="0" presId="urn:microsoft.com/office/officeart/2005/8/layout/vList6"/>
    <dgm:cxn modelId="{4AD58C91-E8C6-43B1-B2AB-12C6478A69D7}" type="presParOf" srcId="{6825FC06-BE45-4274-A733-5ECA71C5D02B}" destId="{7F4E6991-10EF-407D-89A7-9B87618037CA}" srcOrd="0" destOrd="0" presId="urn:microsoft.com/office/officeart/2005/8/layout/vList6"/>
    <dgm:cxn modelId="{16810ABB-5979-4906-BB8D-E50EEC0CD226}" type="presParOf" srcId="{7F4E6991-10EF-407D-89A7-9B87618037CA}" destId="{C68F7CF1-612F-42F6-8DB2-18720D37A67D}" srcOrd="0" destOrd="0" presId="urn:microsoft.com/office/officeart/2005/8/layout/vList6"/>
    <dgm:cxn modelId="{E1CC0079-1560-456A-AACF-5180604AECA9}" type="presParOf" srcId="{7F4E6991-10EF-407D-89A7-9B87618037CA}" destId="{937650EB-28D9-46B8-8E55-C9CE2E3591E3}" srcOrd="1" destOrd="0" presId="urn:microsoft.com/office/officeart/2005/8/layout/vList6"/>
    <dgm:cxn modelId="{5BE30DAA-FC14-4685-9B20-611A3054DA71}" type="presParOf" srcId="{6825FC06-BE45-4274-A733-5ECA71C5D02B}" destId="{D1F0D7D4-70B8-4D66-9C75-4E56491FDF23}" srcOrd="1" destOrd="0" presId="urn:microsoft.com/office/officeart/2005/8/layout/vList6"/>
    <dgm:cxn modelId="{72AEB6D3-00AA-4EA3-8BDC-0A9D07BFC435}" type="presParOf" srcId="{6825FC06-BE45-4274-A733-5ECA71C5D02B}" destId="{5FAF311A-43F0-4A68-BE23-8013507EE6DA}" srcOrd="2" destOrd="0" presId="urn:microsoft.com/office/officeart/2005/8/layout/vList6"/>
    <dgm:cxn modelId="{190E7FC3-FF99-4258-9EDC-34A48DDC9BD9}" type="presParOf" srcId="{5FAF311A-43F0-4A68-BE23-8013507EE6DA}" destId="{595984C1-4888-4C2C-9CA2-4FC981C2D251}" srcOrd="0" destOrd="0" presId="urn:microsoft.com/office/officeart/2005/8/layout/vList6"/>
    <dgm:cxn modelId="{73DFB934-9B7C-4A32-AE25-C7FFA5E8E3E2}" type="presParOf" srcId="{5FAF311A-43F0-4A68-BE23-8013507EE6DA}" destId="{FCE2E61E-466A-4443-B16A-32C1EE45CAD7}" srcOrd="1" destOrd="0" presId="urn:microsoft.com/office/officeart/2005/8/layout/vList6"/>
    <dgm:cxn modelId="{4E85BCFA-727A-4C2B-A59A-8EA49F66FF33}" type="presParOf" srcId="{6825FC06-BE45-4274-A733-5ECA71C5D02B}" destId="{069958B5-9180-442F-9FFD-64B40CE4F20D}" srcOrd="3" destOrd="0" presId="urn:microsoft.com/office/officeart/2005/8/layout/vList6"/>
    <dgm:cxn modelId="{B3791BEB-E59C-4CC5-B25C-BA92BB48BA78}" type="presParOf" srcId="{6825FC06-BE45-4274-A733-5ECA71C5D02B}" destId="{14CD72AA-7791-4C0B-B6D5-E7B66F41B3BB}" srcOrd="4" destOrd="0" presId="urn:microsoft.com/office/officeart/2005/8/layout/vList6"/>
    <dgm:cxn modelId="{3962A05B-26E8-47DC-A0D6-A4EA3C6E7673}" type="presParOf" srcId="{14CD72AA-7791-4C0B-B6D5-E7B66F41B3BB}" destId="{BA2C808D-5401-44A6-AFE4-6ECF4EE125EA}" srcOrd="0" destOrd="0" presId="urn:microsoft.com/office/officeart/2005/8/layout/vList6"/>
    <dgm:cxn modelId="{A7BA7E78-B59D-40DF-B3F5-D4090106FD9B}" type="presParOf" srcId="{14CD72AA-7791-4C0B-B6D5-E7B66F41B3BB}" destId="{966F448C-587A-45A9-ADE2-C19452859085}" srcOrd="1" destOrd="0" presId="urn:microsoft.com/office/officeart/2005/8/layout/vList6"/>
    <dgm:cxn modelId="{610EFDE7-1D93-4B0C-8DD2-5A0C652A76DB}" type="presParOf" srcId="{6825FC06-BE45-4274-A733-5ECA71C5D02B}" destId="{E9B7E0A5-F46C-4B3B-9E2D-4117EF6A13C0}" srcOrd="5" destOrd="0" presId="urn:microsoft.com/office/officeart/2005/8/layout/vList6"/>
    <dgm:cxn modelId="{F6DF8142-E0A8-4C58-B31E-7F313D09DE91}" type="presParOf" srcId="{6825FC06-BE45-4274-A733-5ECA71C5D02B}" destId="{01AAC983-651E-4157-B3FD-1155F2EFB254}" srcOrd="6" destOrd="0" presId="urn:microsoft.com/office/officeart/2005/8/layout/vList6"/>
    <dgm:cxn modelId="{255D2E45-D2EB-4C58-A451-BB6EC6E8D302}" type="presParOf" srcId="{01AAC983-651E-4157-B3FD-1155F2EFB254}" destId="{22864E4E-AF8A-4612-9F2E-2559322D1CD9}" srcOrd="0" destOrd="0" presId="urn:microsoft.com/office/officeart/2005/8/layout/vList6"/>
    <dgm:cxn modelId="{AAD96C95-1BB5-4557-97C6-F8681D126C05}" type="presParOf" srcId="{01AAC983-651E-4157-B3FD-1155F2EFB254}" destId="{395408F1-B74B-42B0-8CB6-1B696B036404}" srcOrd="1" destOrd="0" presId="urn:microsoft.com/office/officeart/2005/8/layout/vList6"/>
    <dgm:cxn modelId="{F3C41628-C2A8-4BDB-8F94-3D137F2FE0CE}" type="presParOf" srcId="{6825FC06-BE45-4274-A733-5ECA71C5D02B}" destId="{E1963AB8-D21F-42AE-B7E5-842F902FADF2}" srcOrd="7" destOrd="0" presId="urn:microsoft.com/office/officeart/2005/8/layout/vList6"/>
    <dgm:cxn modelId="{96E5B62C-7ED4-45EF-A7EB-13C5DCD87C54}" type="presParOf" srcId="{6825FC06-BE45-4274-A733-5ECA71C5D02B}" destId="{E3F3731D-F6C4-4890-B11A-19EE935984D6}" srcOrd="8" destOrd="0" presId="urn:microsoft.com/office/officeart/2005/8/layout/vList6"/>
    <dgm:cxn modelId="{4118DB31-BA89-47DE-9B73-0B08885D68AC}" type="presParOf" srcId="{E3F3731D-F6C4-4890-B11A-19EE935984D6}" destId="{D88DC652-1D5D-4F47-88F0-B07A255140B3}" srcOrd="0" destOrd="0" presId="urn:microsoft.com/office/officeart/2005/8/layout/vList6"/>
    <dgm:cxn modelId="{DC82C6CC-7461-4CBA-B1F8-F23EB4B4B4EB}" type="presParOf" srcId="{E3F3731D-F6C4-4890-B11A-19EE935984D6}" destId="{C401A22C-7172-45EC-8DC4-2FF8F0B6F06D}" srcOrd="1" destOrd="0" presId="urn:microsoft.com/office/officeart/2005/8/layout/vList6"/>
    <dgm:cxn modelId="{2C084D30-3B01-4C22-B47E-148CAE3DE7F3}" type="presParOf" srcId="{6825FC06-BE45-4274-A733-5ECA71C5D02B}" destId="{182B7489-3C96-4D66-8887-69CBA1CE4896}" srcOrd="9" destOrd="0" presId="urn:microsoft.com/office/officeart/2005/8/layout/vList6"/>
    <dgm:cxn modelId="{B97557C1-4610-4016-9747-60AA1C5CB3F1}" type="presParOf" srcId="{6825FC06-BE45-4274-A733-5ECA71C5D02B}" destId="{CF4BA7D2-7B88-4ACA-8B00-3CA82B1CBC5E}" srcOrd="10" destOrd="0" presId="urn:microsoft.com/office/officeart/2005/8/layout/vList6"/>
    <dgm:cxn modelId="{CB3B3F5B-A7E5-467B-8040-2BADAED18FEA}" type="presParOf" srcId="{CF4BA7D2-7B88-4ACA-8B00-3CA82B1CBC5E}" destId="{BAF97654-B39D-4640-B865-5DF94186196F}" srcOrd="0" destOrd="0" presId="urn:microsoft.com/office/officeart/2005/8/layout/vList6"/>
    <dgm:cxn modelId="{C1C41490-DF81-4D85-93E8-86ECE7DC77A8}" type="presParOf" srcId="{CF4BA7D2-7B88-4ACA-8B00-3CA82B1CBC5E}" destId="{7638190F-18E6-4C27-B14A-9E6437F20801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EB46F0-1DD7-4BED-B040-D2D82471E6F6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289E0D-43B9-458A-9AE0-4EC3402045E2}">
      <dgm:prSet phldrT="[Text]" phldr="0"/>
      <dgm:spPr/>
      <dgm:t>
        <a:bodyPr/>
        <a:lstStyle/>
        <a:p>
          <a:r>
            <a:rPr lang="en-US" dirty="0"/>
            <a:t>Raw Data📊</a:t>
          </a:r>
        </a:p>
      </dgm:t>
    </dgm:pt>
    <dgm:pt modelId="{1A151153-564C-4860-A859-68157B58E62D}" type="parTrans" cxnId="{8B976F78-AEAC-4971-88F4-18F4D22A2308}">
      <dgm:prSet/>
      <dgm:spPr/>
      <dgm:t>
        <a:bodyPr/>
        <a:lstStyle/>
        <a:p>
          <a:endParaRPr lang="en-US"/>
        </a:p>
      </dgm:t>
    </dgm:pt>
    <dgm:pt modelId="{2277BAA8-067F-4123-A18D-5338C452B221}" type="sibTrans" cxnId="{8B976F78-AEAC-4971-88F4-18F4D22A2308}">
      <dgm:prSet/>
      <dgm:spPr/>
      <dgm:t>
        <a:bodyPr/>
        <a:lstStyle/>
        <a:p>
          <a:endParaRPr lang="en-US"/>
        </a:p>
      </dgm:t>
    </dgm:pt>
    <dgm:pt modelId="{3C0089BF-0C4B-4C43-86B7-513C7C5F7AD1}">
      <dgm:prSet phldrT="[Text]" phldr="0"/>
      <dgm:spPr/>
      <dgm:t>
        <a:bodyPr/>
        <a:lstStyle/>
        <a:p>
          <a:r>
            <a:rPr lang="en-US" dirty="0"/>
            <a:t>Loaded U.S housing dataset with relevant columns used for prediction</a:t>
          </a:r>
        </a:p>
      </dgm:t>
    </dgm:pt>
    <dgm:pt modelId="{55A485E6-6DD8-46F1-BA90-B3DADC99FF79}" type="parTrans" cxnId="{4A25F313-D591-4897-A85B-89BA1F184A19}">
      <dgm:prSet/>
      <dgm:spPr/>
      <dgm:t>
        <a:bodyPr/>
        <a:lstStyle/>
        <a:p>
          <a:endParaRPr lang="en-US"/>
        </a:p>
      </dgm:t>
    </dgm:pt>
    <dgm:pt modelId="{1E4271BE-A826-4113-BE86-BD0FA6D0E4C1}" type="sibTrans" cxnId="{4A25F313-D591-4897-A85B-89BA1F184A19}">
      <dgm:prSet/>
      <dgm:spPr/>
      <dgm:t>
        <a:bodyPr/>
        <a:lstStyle/>
        <a:p>
          <a:endParaRPr lang="en-US"/>
        </a:p>
      </dgm:t>
    </dgm:pt>
    <dgm:pt modelId="{F61F5D7E-5761-4990-835D-E65FCE6F194F}">
      <dgm:prSet phldrT="[Text]" phldr="0"/>
      <dgm:spPr/>
      <dgm:t>
        <a:bodyPr/>
        <a:lstStyle/>
        <a:p>
          <a:r>
            <a:rPr lang="en-US" dirty="0"/>
            <a:t>Results ✔</a:t>
          </a:r>
        </a:p>
      </dgm:t>
    </dgm:pt>
    <dgm:pt modelId="{45DE2638-D568-412A-9C7D-051F5B1AACD4}" type="parTrans" cxnId="{42868D26-B160-453B-BCA2-8EA12A254CDC}">
      <dgm:prSet/>
      <dgm:spPr/>
      <dgm:t>
        <a:bodyPr/>
        <a:lstStyle/>
        <a:p>
          <a:endParaRPr lang="en-US"/>
        </a:p>
      </dgm:t>
    </dgm:pt>
    <dgm:pt modelId="{1B57F247-E85D-4DBF-B508-7D40A4B9FF0A}" type="sibTrans" cxnId="{42868D26-B160-453B-BCA2-8EA12A254CDC}">
      <dgm:prSet/>
      <dgm:spPr/>
      <dgm:t>
        <a:bodyPr/>
        <a:lstStyle/>
        <a:p>
          <a:endParaRPr lang="en-US"/>
        </a:p>
      </dgm:t>
    </dgm:pt>
    <dgm:pt modelId="{80AC74EF-1A5B-4D30-A545-3F910E27A942}">
      <dgm:prSet phldrT="[Text]" phldr="0"/>
      <dgm:spPr/>
      <dgm:t>
        <a:bodyPr/>
        <a:lstStyle/>
        <a:p>
          <a:r>
            <a:rPr lang="en-US" dirty="0"/>
            <a:t>Trained Model</a:t>
          </a:r>
        </a:p>
      </dgm:t>
    </dgm:pt>
    <dgm:pt modelId="{3826A959-3FF7-45C2-87DA-7328FD0D936E}" type="parTrans" cxnId="{02B056C4-6865-4E60-8E49-AD938C9A6235}">
      <dgm:prSet/>
      <dgm:spPr/>
      <dgm:t>
        <a:bodyPr/>
        <a:lstStyle/>
        <a:p>
          <a:endParaRPr lang="en-US"/>
        </a:p>
      </dgm:t>
    </dgm:pt>
    <dgm:pt modelId="{8335C6B3-04AF-4F8E-8016-8A39BFFB2E12}" type="sibTrans" cxnId="{02B056C4-6865-4E60-8E49-AD938C9A6235}">
      <dgm:prSet/>
      <dgm:spPr/>
      <dgm:t>
        <a:bodyPr/>
        <a:lstStyle/>
        <a:p>
          <a:endParaRPr lang="en-US"/>
        </a:p>
      </dgm:t>
    </dgm:pt>
    <dgm:pt modelId="{2E02FD0E-65E6-4340-A757-857D5763BF3C}">
      <dgm:prSet phldrT="[Text]" phldr="0"/>
      <dgm:spPr/>
      <dgm:t>
        <a:bodyPr/>
        <a:lstStyle/>
        <a:p>
          <a:r>
            <a:rPr lang="en-US" dirty="0"/>
            <a:t>Provides a percentage of how accurate model is</a:t>
          </a:r>
        </a:p>
      </dgm:t>
    </dgm:pt>
    <dgm:pt modelId="{CAC996CD-7FD9-460D-BDE6-26811CD6C68F}" type="parTrans" cxnId="{748E1951-53DC-455E-99D9-9EDADFC98567}">
      <dgm:prSet/>
      <dgm:spPr/>
      <dgm:t>
        <a:bodyPr/>
        <a:lstStyle/>
        <a:p>
          <a:endParaRPr lang="en-US"/>
        </a:p>
      </dgm:t>
    </dgm:pt>
    <dgm:pt modelId="{6A31C559-2E4E-448F-9133-D369A0700EF2}" type="sibTrans" cxnId="{748E1951-53DC-455E-99D9-9EDADFC98567}">
      <dgm:prSet/>
      <dgm:spPr/>
      <dgm:t>
        <a:bodyPr/>
        <a:lstStyle/>
        <a:p>
          <a:endParaRPr lang="en-US"/>
        </a:p>
      </dgm:t>
    </dgm:pt>
    <dgm:pt modelId="{BA5EF858-CE5E-4A1B-911B-F0081D9805BB}">
      <dgm:prSet/>
      <dgm:spPr/>
      <dgm:t>
        <a:bodyPr/>
        <a:lstStyle/>
        <a:p>
          <a:r>
            <a:rPr lang="en-US" dirty="0"/>
            <a:t>Evaluation📈</a:t>
          </a:r>
        </a:p>
      </dgm:t>
    </dgm:pt>
    <dgm:pt modelId="{8D106C23-F780-4EB7-BEA0-AC2FB29F27A0}" type="parTrans" cxnId="{5ECBDD14-9FE0-4616-8989-D125D064713B}">
      <dgm:prSet/>
      <dgm:spPr/>
      <dgm:t>
        <a:bodyPr/>
        <a:lstStyle/>
        <a:p>
          <a:endParaRPr lang="en-US"/>
        </a:p>
      </dgm:t>
    </dgm:pt>
    <dgm:pt modelId="{BF211F32-53DC-4626-8100-8CC6A8789091}" type="sibTrans" cxnId="{5ECBDD14-9FE0-4616-8989-D125D064713B}">
      <dgm:prSet/>
      <dgm:spPr/>
      <dgm:t>
        <a:bodyPr/>
        <a:lstStyle/>
        <a:p>
          <a:endParaRPr lang="en-US"/>
        </a:p>
      </dgm:t>
    </dgm:pt>
    <dgm:pt modelId="{064FA091-FFD7-444A-8A60-6998522F43DE}">
      <dgm:prSet/>
      <dgm:spPr/>
      <dgm:t>
        <a:bodyPr/>
        <a:lstStyle/>
        <a:p>
          <a:r>
            <a:rPr lang="en-US" dirty="0"/>
            <a:t>R^2 Score (performance)</a:t>
          </a:r>
        </a:p>
      </dgm:t>
    </dgm:pt>
    <dgm:pt modelId="{31D25491-8763-4C7C-81CE-BEAE43FEF4AB}" type="parTrans" cxnId="{AE520415-A086-4EEC-A236-9B42781B06CF}">
      <dgm:prSet/>
      <dgm:spPr/>
      <dgm:t>
        <a:bodyPr/>
        <a:lstStyle/>
        <a:p>
          <a:endParaRPr lang="en-US"/>
        </a:p>
      </dgm:t>
    </dgm:pt>
    <dgm:pt modelId="{6EB248C1-BB21-403A-BFDD-ABCAB98EBBAF}" type="sibTrans" cxnId="{AE520415-A086-4EEC-A236-9B42781B06CF}">
      <dgm:prSet/>
      <dgm:spPr/>
      <dgm:t>
        <a:bodyPr/>
        <a:lstStyle/>
        <a:p>
          <a:endParaRPr lang="en-US"/>
        </a:p>
      </dgm:t>
    </dgm:pt>
    <dgm:pt modelId="{EC36B39A-2A20-429B-95FD-A0EFA0F0F6C0}">
      <dgm:prSet/>
      <dgm:spPr/>
      <dgm:t>
        <a:bodyPr/>
        <a:lstStyle/>
        <a:p>
          <a:r>
            <a:rPr lang="en-US" dirty="0"/>
            <a:t>Cleaning🧹</a:t>
          </a:r>
        </a:p>
      </dgm:t>
    </dgm:pt>
    <dgm:pt modelId="{2F736841-F408-4FE7-94A7-E625A996120C}" type="parTrans" cxnId="{9659014D-0FC6-461A-819D-E22EBB2CD81B}">
      <dgm:prSet/>
      <dgm:spPr/>
      <dgm:t>
        <a:bodyPr/>
        <a:lstStyle/>
        <a:p>
          <a:endParaRPr lang="en-US"/>
        </a:p>
      </dgm:t>
    </dgm:pt>
    <dgm:pt modelId="{31D1DAE6-A1D8-452F-9CDC-B1218232C671}" type="sibTrans" cxnId="{9659014D-0FC6-461A-819D-E22EBB2CD81B}">
      <dgm:prSet/>
      <dgm:spPr/>
      <dgm:t>
        <a:bodyPr/>
        <a:lstStyle/>
        <a:p>
          <a:endParaRPr lang="en-US"/>
        </a:p>
      </dgm:t>
    </dgm:pt>
    <dgm:pt modelId="{50825983-8746-478C-81D9-FC7EA182BA08}">
      <dgm:prSet/>
      <dgm:spPr/>
      <dgm:t>
        <a:bodyPr/>
        <a:lstStyle/>
        <a:p>
          <a:r>
            <a:rPr lang="en-US" dirty="0"/>
            <a:t>Feature Selection🧹</a:t>
          </a:r>
        </a:p>
      </dgm:t>
    </dgm:pt>
    <dgm:pt modelId="{69C3148B-E3D7-4F57-88E6-1E6317B481F9}" type="parTrans" cxnId="{3FA1DA25-80C4-4B0C-98EF-E578F3E35EE5}">
      <dgm:prSet/>
      <dgm:spPr/>
      <dgm:t>
        <a:bodyPr/>
        <a:lstStyle/>
        <a:p>
          <a:endParaRPr lang="en-US"/>
        </a:p>
      </dgm:t>
    </dgm:pt>
    <dgm:pt modelId="{87E737A8-1422-4D81-AAA2-6AAA81032B37}" type="sibTrans" cxnId="{3FA1DA25-80C4-4B0C-98EF-E578F3E35EE5}">
      <dgm:prSet/>
      <dgm:spPr/>
      <dgm:t>
        <a:bodyPr/>
        <a:lstStyle/>
        <a:p>
          <a:endParaRPr lang="en-US"/>
        </a:p>
      </dgm:t>
    </dgm:pt>
    <dgm:pt modelId="{53B149D0-5C97-471A-B5D5-D3E358B67938}">
      <dgm:prSet/>
      <dgm:spPr/>
      <dgm:t>
        <a:bodyPr/>
        <a:lstStyle/>
        <a:p>
          <a:r>
            <a:rPr lang="en-US" dirty="0"/>
            <a:t>Train/Test Split🧠</a:t>
          </a:r>
        </a:p>
      </dgm:t>
    </dgm:pt>
    <dgm:pt modelId="{F85BC91B-AC40-4BA0-B08E-E7EE630B5544}" type="parTrans" cxnId="{F4B6E0CA-ACB1-4DD0-8B07-B61F2DDA8E5E}">
      <dgm:prSet/>
      <dgm:spPr/>
      <dgm:t>
        <a:bodyPr/>
        <a:lstStyle/>
        <a:p>
          <a:endParaRPr lang="en-US"/>
        </a:p>
      </dgm:t>
    </dgm:pt>
    <dgm:pt modelId="{B66E1C77-E171-43A0-97A2-D9A4DBE013DC}" type="sibTrans" cxnId="{F4B6E0CA-ACB1-4DD0-8B07-B61F2DDA8E5E}">
      <dgm:prSet/>
      <dgm:spPr/>
      <dgm:t>
        <a:bodyPr/>
        <a:lstStyle/>
        <a:p>
          <a:endParaRPr lang="en-US"/>
        </a:p>
      </dgm:t>
    </dgm:pt>
    <dgm:pt modelId="{2FD49433-0505-4523-9102-4C68E5C2C742}">
      <dgm:prSet/>
      <dgm:spPr/>
      <dgm:t>
        <a:bodyPr/>
        <a:lstStyle/>
        <a:p>
          <a:r>
            <a:rPr lang="en-US" dirty="0"/>
            <a:t>Model Training🧠</a:t>
          </a:r>
        </a:p>
      </dgm:t>
    </dgm:pt>
    <dgm:pt modelId="{0DB654BD-B23A-407C-BC02-A1C7949A655A}" type="parTrans" cxnId="{79DBD135-280A-431B-908B-ECFF1BFE3806}">
      <dgm:prSet/>
      <dgm:spPr/>
      <dgm:t>
        <a:bodyPr/>
        <a:lstStyle/>
        <a:p>
          <a:endParaRPr lang="en-US"/>
        </a:p>
      </dgm:t>
    </dgm:pt>
    <dgm:pt modelId="{D55216B5-DF3F-499C-A85F-78D5142E6F15}" type="sibTrans" cxnId="{79DBD135-280A-431B-908B-ECFF1BFE3806}">
      <dgm:prSet/>
      <dgm:spPr/>
      <dgm:t>
        <a:bodyPr/>
        <a:lstStyle/>
        <a:p>
          <a:endParaRPr lang="en-US"/>
        </a:p>
      </dgm:t>
    </dgm:pt>
    <dgm:pt modelId="{1519AE7C-1D83-47A5-AFEE-A129110F8593}">
      <dgm:prSet/>
      <dgm:spPr/>
      <dgm:t>
        <a:bodyPr/>
        <a:lstStyle/>
        <a:p>
          <a:r>
            <a:rPr lang="en-US" dirty="0"/>
            <a:t>Prediction📈</a:t>
          </a:r>
        </a:p>
      </dgm:t>
    </dgm:pt>
    <dgm:pt modelId="{2098E861-7736-42F2-BBD0-D8DBDCAB7617}" type="parTrans" cxnId="{F34127B9-9554-493D-91E0-9599296BF47F}">
      <dgm:prSet/>
      <dgm:spPr/>
      <dgm:t>
        <a:bodyPr/>
        <a:lstStyle/>
        <a:p>
          <a:endParaRPr lang="en-US"/>
        </a:p>
      </dgm:t>
    </dgm:pt>
    <dgm:pt modelId="{013EFFAC-F8D4-46AB-B221-E9381ED33710}" type="sibTrans" cxnId="{F34127B9-9554-493D-91E0-9599296BF47F}">
      <dgm:prSet/>
      <dgm:spPr/>
      <dgm:t>
        <a:bodyPr/>
        <a:lstStyle/>
        <a:p>
          <a:endParaRPr lang="en-US"/>
        </a:p>
      </dgm:t>
    </dgm:pt>
    <dgm:pt modelId="{5DBDFBC7-AEEF-404D-BC54-FBDAFCA4062B}">
      <dgm:prSet/>
      <dgm:spPr/>
      <dgm:t>
        <a:bodyPr/>
        <a:lstStyle/>
        <a:p>
          <a:r>
            <a:rPr lang="en-US" dirty="0"/>
            <a:t>Checked for any missing, </a:t>
          </a:r>
          <a:r>
            <a:rPr lang="en-US" dirty="0" err="1"/>
            <a:t>NaN</a:t>
          </a:r>
          <a:r>
            <a:rPr lang="en-US" dirty="0"/>
            <a:t> or duplicate values and cleaned them out.</a:t>
          </a:r>
        </a:p>
      </dgm:t>
    </dgm:pt>
    <dgm:pt modelId="{E7B21139-42D9-48F3-88C7-C7852A65E36B}" type="parTrans" cxnId="{8BDC7535-1810-41C0-B600-93D191D6C196}">
      <dgm:prSet/>
      <dgm:spPr/>
      <dgm:t>
        <a:bodyPr/>
        <a:lstStyle/>
        <a:p>
          <a:endParaRPr lang="en-US"/>
        </a:p>
      </dgm:t>
    </dgm:pt>
    <dgm:pt modelId="{8A758797-124D-45E0-8717-247690FFDA2D}" type="sibTrans" cxnId="{8BDC7535-1810-41C0-B600-93D191D6C196}">
      <dgm:prSet/>
      <dgm:spPr/>
      <dgm:t>
        <a:bodyPr/>
        <a:lstStyle/>
        <a:p>
          <a:endParaRPr lang="en-US"/>
        </a:p>
      </dgm:t>
    </dgm:pt>
    <dgm:pt modelId="{AE64A281-85DC-4595-ACAB-9F4DDD779CFB}">
      <dgm:prSet/>
      <dgm:spPr/>
      <dgm:t>
        <a:bodyPr/>
        <a:lstStyle/>
        <a:p>
          <a:r>
            <a:rPr lang="en-US" dirty="0"/>
            <a:t>Selected relevant features, Dropped unnecessary columns and prepared input variables (X)</a:t>
          </a:r>
        </a:p>
      </dgm:t>
    </dgm:pt>
    <dgm:pt modelId="{C54BB7EC-E15B-4282-B40E-65E1A81DD5A1}" type="parTrans" cxnId="{772CAF2B-3DC6-48AF-AC29-9EA52E4D9E99}">
      <dgm:prSet/>
      <dgm:spPr/>
      <dgm:t>
        <a:bodyPr/>
        <a:lstStyle/>
        <a:p>
          <a:endParaRPr lang="en-US"/>
        </a:p>
      </dgm:t>
    </dgm:pt>
    <dgm:pt modelId="{44244BBF-F1FE-47DF-A39D-6120C6309714}" type="sibTrans" cxnId="{772CAF2B-3DC6-48AF-AC29-9EA52E4D9E99}">
      <dgm:prSet/>
      <dgm:spPr/>
      <dgm:t>
        <a:bodyPr/>
        <a:lstStyle/>
        <a:p>
          <a:endParaRPr lang="en-US"/>
        </a:p>
      </dgm:t>
    </dgm:pt>
    <dgm:pt modelId="{91754F85-83BD-443E-A307-C3B367064416}">
      <dgm:prSet/>
      <dgm:spPr/>
      <dgm:t>
        <a:bodyPr/>
        <a:lstStyle/>
        <a:p>
          <a:r>
            <a:rPr lang="en-US" dirty="0"/>
            <a:t>80% to 20% Testing Data Split</a:t>
          </a:r>
        </a:p>
      </dgm:t>
    </dgm:pt>
    <dgm:pt modelId="{8B9F6817-7984-46D8-9FE6-F2CBB8D6D113}" type="parTrans" cxnId="{EE7B9FE5-903A-40AB-A5ED-38CB1387894C}">
      <dgm:prSet/>
      <dgm:spPr/>
      <dgm:t>
        <a:bodyPr/>
        <a:lstStyle/>
        <a:p>
          <a:endParaRPr lang="en-US"/>
        </a:p>
      </dgm:t>
    </dgm:pt>
    <dgm:pt modelId="{8B8D6E0C-4A73-4EC0-93C7-07707EF691DD}" type="sibTrans" cxnId="{EE7B9FE5-903A-40AB-A5ED-38CB1387894C}">
      <dgm:prSet/>
      <dgm:spPr/>
      <dgm:t>
        <a:bodyPr/>
        <a:lstStyle/>
        <a:p>
          <a:endParaRPr lang="en-US"/>
        </a:p>
      </dgm:t>
    </dgm:pt>
    <dgm:pt modelId="{74DB4B94-ABB6-4D89-BC86-0758613FDC0A}">
      <dgm:prSet/>
      <dgm:spPr/>
      <dgm:t>
        <a:bodyPr/>
        <a:lstStyle/>
        <a:p>
          <a:r>
            <a:rPr lang="en-US" dirty="0"/>
            <a:t>Prevents overfitting</a:t>
          </a:r>
        </a:p>
      </dgm:t>
    </dgm:pt>
    <dgm:pt modelId="{BD066664-45FD-4AFB-8FF1-1DA6264089DB}" type="parTrans" cxnId="{BD832C6D-B518-4267-B16C-C132A0CDD88F}">
      <dgm:prSet/>
      <dgm:spPr/>
      <dgm:t>
        <a:bodyPr/>
        <a:lstStyle/>
        <a:p>
          <a:endParaRPr lang="en-US"/>
        </a:p>
      </dgm:t>
    </dgm:pt>
    <dgm:pt modelId="{6513015C-484F-4415-8120-64ACB8200565}" type="sibTrans" cxnId="{BD832C6D-B518-4267-B16C-C132A0CDD88F}">
      <dgm:prSet/>
      <dgm:spPr/>
      <dgm:t>
        <a:bodyPr/>
        <a:lstStyle/>
        <a:p>
          <a:endParaRPr lang="en-US"/>
        </a:p>
      </dgm:t>
    </dgm:pt>
    <dgm:pt modelId="{A7B9CCBE-3480-4EA8-9DD9-248E878FA896}">
      <dgm:prSet/>
      <dgm:spPr/>
      <dgm:t>
        <a:bodyPr/>
        <a:lstStyle/>
        <a:p>
          <a:r>
            <a:rPr lang="en-US" dirty="0"/>
            <a:t>Random Forest Regressor</a:t>
          </a:r>
        </a:p>
      </dgm:t>
    </dgm:pt>
    <dgm:pt modelId="{0762C497-7054-4EED-BBB8-3CFBE1497045}" type="parTrans" cxnId="{B36C810C-DFA9-4615-9362-AF67BE214E70}">
      <dgm:prSet/>
      <dgm:spPr/>
      <dgm:t>
        <a:bodyPr/>
        <a:lstStyle/>
        <a:p>
          <a:endParaRPr lang="en-US"/>
        </a:p>
      </dgm:t>
    </dgm:pt>
    <dgm:pt modelId="{664FBB0A-FD86-42D2-9B22-834F6DC6D88A}" type="sibTrans" cxnId="{B36C810C-DFA9-4615-9362-AF67BE214E70}">
      <dgm:prSet/>
      <dgm:spPr/>
      <dgm:t>
        <a:bodyPr/>
        <a:lstStyle/>
        <a:p>
          <a:endParaRPr lang="en-US"/>
        </a:p>
      </dgm:t>
    </dgm:pt>
    <dgm:pt modelId="{45F42604-3C52-43DC-AE4D-9B4A8FB7555D}">
      <dgm:prSet/>
      <dgm:spPr/>
      <dgm:t>
        <a:bodyPr/>
        <a:lstStyle/>
        <a:p>
          <a:r>
            <a:rPr lang="en-US" dirty="0"/>
            <a:t>Learned patterns from data/built predictive model</a:t>
          </a:r>
        </a:p>
      </dgm:t>
    </dgm:pt>
    <dgm:pt modelId="{62F4E393-C717-4DD2-8B47-7A8D8149B025}" type="parTrans" cxnId="{85BFBDBD-B354-4667-8951-BC1C60B48B81}">
      <dgm:prSet/>
      <dgm:spPr/>
      <dgm:t>
        <a:bodyPr/>
        <a:lstStyle/>
        <a:p>
          <a:endParaRPr lang="en-US"/>
        </a:p>
      </dgm:t>
    </dgm:pt>
    <dgm:pt modelId="{265D9014-43FC-48E9-980F-B4DEC4C6E08A}" type="sibTrans" cxnId="{85BFBDBD-B354-4667-8951-BC1C60B48B81}">
      <dgm:prSet/>
      <dgm:spPr/>
      <dgm:t>
        <a:bodyPr/>
        <a:lstStyle/>
        <a:p>
          <a:endParaRPr lang="en-US"/>
        </a:p>
      </dgm:t>
    </dgm:pt>
    <dgm:pt modelId="{BB219765-96E5-4693-B741-3ADE3EA4657B}">
      <dgm:prSet/>
      <dgm:spPr/>
      <dgm:t>
        <a:bodyPr/>
        <a:lstStyle/>
        <a:p>
          <a:r>
            <a:rPr lang="en-US" dirty="0"/>
            <a:t>Predicted housing prices</a:t>
          </a:r>
        </a:p>
      </dgm:t>
    </dgm:pt>
    <dgm:pt modelId="{5857E478-65CB-42CA-A82E-4F1ED6B3E119}" type="parTrans" cxnId="{8DE0B5EA-7418-4BF7-B107-6378A04A9EC6}">
      <dgm:prSet/>
      <dgm:spPr/>
      <dgm:t>
        <a:bodyPr/>
        <a:lstStyle/>
        <a:p>
          <a:endParaRPr lang="en-US"/>
        </a:p>
      </dgm:t>
    </dgm:pt>
    <dgm:pt modelId="{30F87A3A-D20E-4591-B6B1-F4F28CA98A2A}" type="sibTrans" cxnId="{8DE0B5EA-7418-4BF7-B107-6378A04A9EC6}">
      <dgm:prSet/>
      <dgm:spPr/>
      <dgm:t>
        <a:bodyPr/>
        <a:lstStyle/>
        <a:p>
          <a:endParaRPr lang="en-US"/>
        </a:p>
      </dgm:t>
    </dgm:pt>
    <dgm:pt modelId="{AEE5B36D-6D59-47A0-A3EB-21BD0D8AE558}">
      <dgm:prSet/>
      <dgm:spPr/>
      <dgm:t>
        <a:bodyPr/>
        <a:lstStyle/>
        <a:p>
          <a:r>
            <a:rPr lang="en-US" dirty="0"/>
            <a:t>Applied model to unseen data/Generate Outputs</a:t>
          </a:r>
        </a:p>
      </dgm:t>
    </dgm:pt>
    <dgm:pt modelId="{0D2FF79C-220A-4081-8786-33ED7A8E1AA3}" type="parTrans" cxnId="{BE0D2C99-E31D-4F56-B597-D0F01C685E05}">
      <dgm:prSet/>
      <dgm:spPr/>
      <dgm:t>
        <a:bodyPr/>
        <a:lstStyle/>
        <a:p>
          <a:endParaRPr lang="en-US"/>
        </a:p>
      </dgm:t>
    </dgm:pt>
    <dgm:pt modelId="{9C49F76A-054A-4D15-8FE9-1353A56A3BC4}" type="sibTrans" cxnId="{BE0D2C99-E31D-4F56-B597-D0F01C685E05}">
      <dgm:prSet/>
      <dgm:spPr/>
      <dgm:t>
        <a:bodyPr/>
        <a:lstStyle/>
        <a:p>
          <a:endParaRPr lang="en-US"/>
        </a:p>
      </dgm:t>
    </dgm:pt>
    <dgm:pt modelId="{8C2C721A-229F-4907-B5BC-D6AA9C5E2B78}">
      <dgm:prSet/>
      <dgm:spPr/>
      <dgm:t>
        <a:bodyPr/>
        <a:lstStyle/>
        <a:p>
          <a:r>
            <a:rPr lang="en-US" dirty="0"/>
            <a:t>MAE (prediction error)/ Compare actual vs predicted</a:t>
          </a:r>
        </a:p>
      </dgm:t>
    </dgm:pt>
    <dgm:pt modelId="{D958C762-DF4B-47CE-9716-28EB0188303D}" type="parTrans" cxnId="{F28DF743-AB9A-4EE7-9E8E-F0C98C9B9AB9}">
      <dgm:prSet/>
      <dgm:spPr/>
      <dgm:t>
        <a:bodyPr/>
        <a:lstStyle/>
        <a:p>
          <a:endParaRPr lang="en-US"/>
        </a:p>
      </dgm:t>
    </dgm:pt>
    <dgm:pt modelId="{27731983-E018-4DF7-AAFB-8CD6AE906864}" type="sibTrans" cxnId="{F28DF743-AB9A-4EE7-9E8E-F0C98C9B9AB9}">
      <dgm:prSet/>
      <dgm:spPr/>
      <dgm:t>
        <a:bodyPr/>
        <a:lstStyle/>
        <a:p>
          <a:endParaRPr lang="en-US"/>
        </a:p>
      </dgm:t>
    </dgm:pt>
    <dgm:pt modelId="{3E11F675-5F2B-4E2B-BC11-8D49B530E3B5}" type="pres">
      <dgm:prSet presAssocID="{09EB46F0-1DD7-4BED-B040-D2D82471E6F6}" presName="Name0" presStyleCnt="0">
        <dgm:presLayoutVars>
          <dgm:dir/>
          <dgm:animLvl val="lvl"/>
          <dgm:resizeHandles/>
        </dgm:presLayoutVars>
      </dgm:prSet>
      <dgm:spPr/>
    </dgm:pt>
    <dgm:pt modelId="{34F30931-86A0-4C83-82F2-9518DB626BFF}" type="pres">
      <dgm:prSet presAssocID="{C4289E0D-43B9-458A-9AE0-4EC3402045E2}" presName="linNode" presStyleCnt="0"/>
      <dgm:spPr/>
    </dgm:pt>
    <dgm:pt modelId="{48D744D8-5F9A-452E-9D1C-E3D93C843046}" type="pres">
      <dgm:prSet presAssocID="{C4289E0D-43B9-458A-9AE0-4EC3402045E2}" presName="parentShp" presStyleLbl="node1" presStyleIdx="0" presStyleCnt="8" custLinFactY="-51553" custLinFactNeighborX="-27228" custLinFactNeighborY="-100000">
        <dgm:presLayoutVars>
          <dgm:bulletEnabled val="1"/>
        </dgm:presLayoutVars>
      </dgm:prSet>
      <dgm:spPr/>
    </dgm:pt>
    <dgm:pt modelId="{B5CB6CB3-5E66-4121-9DB8-040D13930A19}" type="pres">
      <dgm:prSet presAssocID="{C4289E0D-43B9-458A-9AE0-4EC3402045E2}" presName="childShp" presStyleLbl="bgAccFollowNode1" presStyleIdx="0" presStyleCnt="8">
        <dgm:presLayoutVars>
          <dgm:bulletEnabled val="1"/>
        </dgm:presLayoutVars>
      </dgm:prSet>
      <dgm:spPr/>
    </dgm:pt>
    <dgm:pt modelId="{CEE3A64B-721B-450A-94F9-1212198F61C0}" type="pres">
      <dgm:prSet presAssocID="{2277BAA8-067F-4123-A18D-5338C452B221}" presName="spacing" presStyleCnt="0"/>
      <dgm:spPr/>
    </dgm:pt>
    <dgm:pt modelId="{39D6A881-D589-4B37-B12F-CDDF19EEFCC1}" type="pres">
      <dgm:prSet presAssocID="{EC36B39A-2A20-429B-95FD-A0EFA0F0F6C0}" presName="linNode" presStyleCnt="0"/>
      <dgm:spPr/>
    </dgm:pt>
    <dgm:pt modelId="{ED421982-B53F-43CB-85E6-04B575BD2E8D}" type="pres">
      <dgm:prSet presAssocID="{EC36B39A-2A20-429B-95FD-A0EFA0F0F6C0}" presName="parentShp" presStyleLbl="node1" presStyleIdx="1" presStyleCnt="8">
        <dgm:presLayoutVars>
          <dgm:bulletEnabled val="1"/>
        </dgm:presLayoutVars>
      </dgm:prSet>
      <dgm:spPr/>
    </dgm:pt>
    <dgm:pt modelId="{C1526F42-BC4D-4C6B-89BF-474079D62F88}" type="pres">
      <dgm:prSet presAssocID="{EC36B39A-2A20-429B-95FD-A0EFA0F0F6C0}" presName="childShp" presStyleLbl="bgAccFollowNode1" presStyleIdx="1" presStyleCnt="8">
        <dgm:presLayoutVars>
          <dgm:bulletEnabled val="1"/>
        </dgm:presLayoutVars>
      </dgm:prSet>
      <dgm:spPr/>
    </dgm:pt>
    <dgm:pt modelId="{70A44B48-8534-4794-B34F-B46535BE2835}" type="pres">
      <dgm:prSet presAssocID="{31D1DAE6-A1D8-452F-9CDC-B1218232C671}" presName="spacing" presStyleCnt="0"/>
      <dgm:spPr/>
    </dgm:pt>
    <dgm:pt modelId="{3A11C9D1-7443-44ED-8E72-AE9FA820D6E8}" type="pres">
      <dgm:prSet presAssocID="{50825983-8746-478C-81D9-FC7EA182BA08}" presName="linNode" presStyleCnt="0"/>
      <dgm:spPr/>
    </dgm:pt>
    <dgm:pt modelId="{905CBC26-E9FA-43B2-B87C-F35AFA0BA7A3}" type="pres">
      <dgm:prSet presAssocID="{50825983-8746-478C-81D9-FC7EA182BA08}" presName="parentShp" presStyleLbl="node1" presStyleIdx="2" presStyleCnt="8">
        <dgm:presLayoutVars>
          <dgm:bulletEnabled val="1"/>
        </dgm:presLayoutVars>
      </dgm:prSet>
      <dgm:spPr/>
    </dgm:pt>
    <dgm:pt modelId="{F8A10503-1B6D-47A9-938B-EC2390EE09BD}" type="pres">
      <dgm:prSet presAssocID="{50825983-8746-478C-81D9-FC7EA182BA08}" presName="childShp" presStyleLbl="bgAccFollowNode1" presStyleIdx="2" presStyleCnt="8">
        <dgm:presLayoutVars>
          <dgm:bulletEnabled val="1"/>
        </dgm:presLayoutVars>
      </dgm:prSet>
      <dgm:spPr/>
    </dgm:pt>
    <dgm:pt modelId="{8BF58A55-9E3F-4A77-9B12-82ED22B3967B}" type="pres">
      <dgm:prSet presAssocID="{87E737A8-1422-4D81-AAA2-6AAA81032B37}" presName="spacing" presStyleCnt="0"/>
      <dgm:spPr/>
    </dgm:pt>
    <dgm:pt modelId="{35392AF8-AF9D-4A45-8DC8-9AA8607F6C3F}" type="pres">
      <dgm:prSet presAssocID="{53B149D0-5C97-471A-B5D5-D3E358B67938}" presName="linNode" presStyleCnt="0"/>
      <dgm:spPr/>
    </dgm:pt>
    <dgm:pt modelId="{A2546C16-7654-46C2-91BF-F582E5F46259}" type="pres">
      <dgm:prSet presAssocID="{53B149D0-5C97-471A-B5D5-D3E358B67938}" presName="parentShp" presStyleLbl="node1" presStyleIdx="3" presStyleCnt="8">
        <dgm:presLayoutVars>
          <dgm:bulletEnabled val="1"/>
        </dgm:presLayoutVars>
      </dgm:prSet>
      <dgm:spPr/>
    </dgm:pt>
    <dgm:pt modelId="{4AB3CA48-A896-4DEF-9048-D33A3898F0B1}" type="pres">
      <dgm:prSet presAssocID="{53B149D0-5C97-471A-B5D5-D3E358B67938}" presName="childShp" presStyleLbl="bgAccFollowNode1" presStyleIdx="3" presStyleCnt="8">
        <dgm:presLayoutVars>
          <dgm:bulletEnabled val="1"/>
        </dgm:presLayoutVars>
      </dgm:prSet>
      <dgm:spPr/>
    </dgm:pt>
    <dgm:pt modelId="{DAED5265-0A23-4457-BCE7-7829D1FD1BC6}" type="pres">
      <dgm:prSet presAssocID="{B66E1C77-E171-43A0-97A2-D9A4DBE013DC}" presName="spacing" presStyleCnt="0"/>
      <dgm:spPr/>
    </dgm:pt>
    <dgm:pt modelId="{E7A50A3B-EA60-4884-81F7-974A65BD71DD}" type="pres">
      <dgm:prSet presAssocID="{2FD49433-0505-4523-9102-4C68E5C2C742}" presName="linNode" presStyleCnt="0"/>
      <dgm:spPr/>
    </dgm:pt>
    <dgm:pt modelId="{36027D7C-98E3-4FEE-B211-95A5B7B7F160}" type="pres">
      <dgm:prSet presAssocID="{2FD49433-0505-4523-9102-4C68E5C2C742}" presName="parentShp" presStyleLbl="node1" presStyleIdx="4" presStyleCnt="8">
        <dgm:presLayoutVars>
          <dgm:bulletEnabled val="1"/>
        </dgm:presLayoutVars>
      </dgm:prSet>
      <dgm:spPr/>
    </dgm:pt>
    <dgm:pt modelId="{944D2912-3095-4C7C-A0F0-229FE53A4353}" type="pres">
      <dgm:prSet presAssocID="{2FD49433-0505-4523-9102-4C68E5C2C742}" presName="childShp" presStyleLbl="bgAccFollowNode1" presStyleIdx="4" presStyleCnt="8">
        <dgm:presLayoutVars>
          <dgm:bulletEnabled val="1"/>
        </dgm:presLayoutVars>
      </dgm:prSet>
      <dgm:spPr/>
    </dgm:pt>
    <dgm:pt modelId="{906F8442-7D79-4FE7-AA7C-DDA4E0C2D565}" type="pres">
      <dgm:prSet presAssocID="{D55216B5-DF3F-499C-A85F-78D5142E6F15}" presName="spacing" presStyleCnt="0"/>
      <dgm:spPr/>
    </dgm:pt>
    <dgm:pt modelId="{D107D42B-4411-4024-A81E-55800DE6EAEF}" type="pres">
      <dgm:prSet presAssocID="{1519AE7C-1D83-47A5-AFEE-A129110F8593}" presName="linNode" presStyleCnt="0"/>
      <dgm:spPr/>
    </dgm:pt>
    <dgm:pt modelId="{ADE6723B-1E39-425D-B974-509488208AAC}" type="pres">
      <dgm:prSet presAssocID="{1519AE7C-1D83-47A5-AFEE-A129110F8593}" presName="parentShp" presStyleLbl="node1" presStyleIdx="5" presStyleCnt="8">
        <dgm:presLayoutVars>
          <dgm:bulletEnabled val="1"/>
        </dgm:presLayoutVars>
      </dgm:prSet>
      <dgm:spPr/>
    </dgm:pt>
    <dgm:pt modelId="{4B8D6798-6B13-4FB8-B94F-4D832469B31E}" type="pres">
      <dgm:prSet presAssocID="{1519AE7C-1D83-47A5-AFEE-A129110F8593}" presName="childShp" presStyleLbl="bgAccFollowNode1" presStyleIdx="5" presStyleCnt="8">
        <dgm:presLayoutVars>
          <dgm:bulletEnabled val="1"/>
        </dgm:presLayoutVars>
      </dgm:prSet>
      <dgm:spPr/>
    </dgm:pt>
    <dgm:pt modelId="{DACE1150-6310-4E2A-8F85-E079911FC20B}" type="pres">
      <dgm:prSet presAssocID="{013EFFAC-F8D4-46AB-B221-E9381ED33710}" presName="spacing" presStyleCnt="0"/>
      <dgm:spPr/>
    </dgm:pt>
    <dgm:pt modelId="{3E28FB36-42FE-4064-B531-3A2EA5B19EA5}" type="pres">
      <dgm:prSet presAssocID="{BA5EF858-CE5E-4A1B-911B-F0081D9805BB}" presName="linNode" presStyleCnt="0"/>
      <dgm:spPr/>
    </dgm:pt>
    <dgm:pt modelId="{EC017C47-A142-46CF-AE71-602C223B1930}" type="pres">
      <dgm:prSet presAssocID="{BA5EF858-CE5E-4A1B-911B-F0081D9805BB}" presName="parentShp" presStyleLbl="node1" presStyleIdx="6" presStyleCnt="8">
        <dgm:presLayoutVars>
          <dgm:bulletEnabled val="1"/>
        </dgm:presLayoutVars>
      </dgm:prSet>
      <dgm:spPr/>
    </dgm:pt>
    <dgm:pt modelId="{36854C38-D80C-4786-AFD1-954A72934160}" type="pres">
      <dgm:prSet presAssocID="{BA5EF858-CE5E-4A1B-911B-F0081D9805BB}" presName="childShp" presStyleLbl="bgAccFollowNode1" presStyleIdx="6" presStyleCnt="8">
        <dgm:presLayoutVars>
          <dgm:bulletEnabled val="1"/>
        </dgm:presLayoutVars>
      </dgm:prSet>
      <dgm:spPr/>
    </dgm:pt>
    <dgm:pt modelId="{C476ABE2-6A9C-439A-AACB-03A169F85A6B}" type="pres">
      <dgm:prSet presAssocID="{BF211F32-53DC-4626-8100-8CC6A8789091}" presName="spacing" presStyleCnt="0"/>
      <dgm:spPr/>
    </dgm:pt>
    <dgm:pt modelId="{2C174F9F-11EC-4F97-B3A4-28CBDF4C3729}" type="pres">
      <dgm:prSet presAssocID="{F61F5D7E-5761-4990-835D-E65FCE6F194F}" presName="linNode" presStyleCnt="0"/>
      <dgm:spPr/>
    </dgm:pt>
    <dgm:pt modelId="{73C301BA-BB10-4569-AD55-2CA7B9F5C619}" type="pres">
      <dgm:prSet presAssocID="{F61F5D7E-5761-4990-835D-E65FCE6F194F}" presName="parentShp" presStyleLbl="node1" presStyleIdx="7" presStyleCnt="8" custLinFactNeighborY="282">
        <dgm:presLayoutVars>
          <dgm:bulletEnabled val="1"/>
        </dgm:presLayoutVars>
      </dgm:prSet>
      <dgm:spPr/>
    </dgm:pt>
    <dgm:pt modelId="{C3FC42F2-8393-496B-A76A-73D974B0AA52}" type="pres">
      <dgm:prSet presAssocID="{F61F5D7E-5761-4990-835D-E65FCE6F194F}" presName="childShp" presStyleLbl="bgAccFollowNode1" presStyleIdx="7" presStyleCnt="8">
        <dgm:presLayoutVars>
          <dgm:bulletEnabled val="1"/>
        </dgm:presLayoutVars>
      </dgm:prSet>
      <dgm:spPr/>
    </dgm:pt>
  </dgm:ptLst>
  <dgm:cxnLst>
    <dgm:cxn modelId="{33F06004-4D18-4B15-9A7F-F5DEA352EF93}" type="presOf" srcId="{2FD49433-0505-4523-9102-4C68E5C2C742}" destId="{36027D7C-98E3-4FEE-B211-95A5B7B7F160}" srcOrd="0" destOrd="0" presId="urn:microsoft.com/office/officeart/2005/8/layout/vList6"/>
    <dgm:cxn modelId="{2CEB5404-0604-4BAB-85B0-B2E144026FAE}" type="presOf" srcId="{3C0089BF-0C4B-4C43-86B7-513C7C5F7AD1}" destId="{B5CB6CB3-5E66-4121-9DB8-040D13930A19}" srcOrd="0" destOrd="0" presId="urn:microsoft.com/office/officeart/2005/8/layout/vList6"/>
    <dgm:cxn modelId="{B36C810C-DFA9-4615-9362-AF67BE214E70}" srcId="{2FD49433-0505-4523-9102-4C68E5C2C742}" destId="{A7B9CCBE-3480-4EA8-9DD9-248E878FA896}" srcOrd="0" destOrd="0" parTransId="{0762C497-7054-4EED-BBB8-3CFBE1497045}" sibTransId="{664FBB0A-FD86-42D2-9B22-834F6DC6D88A}"/>
    <dgm:cxn modelId="{4A25F313-D591-4897-A85B-89BA1F184A19}" srcId="{C4289E0D-43B9-458A-9AE0-4EC3402045E2}" destId="{3C0089BF-0C4B-4C43-86B7-513C7C5F7AD1}" srcOrd="0" destOrd="0" parTransId="{55A485E6-6DD8-46F1-BA90-B3DADC99FF79}" sibTransId="{1E4271BE-A826-4113-BE86-BD0FA6D0E4C1}"/>
    <dgm:cxn modelId="{5ECBDD14-9FE0-4616-8989-D125D064713B}" srcId="{09EB46F0-1DD7-4BED-B040-D2D82471E6F6}" destId="{BA5EF858-CE5E-4A1B-911B-F0081D9805BB}" srcOrd="6" destOrd="0" parTransId="{8D106C23-F780-4EB7-BEA0-AC2FB29F27A0}" sibTransId="{BF211F32-53DC-4626-8100-8CC6A8789091}"/>
    <dgm:cxn modelId="{AE520415-A086-4EEC-A236-9B42781B06CF}" srcId="{BA5EF858-CE5E-4A1B-911B-F0081D9805BB}" destId="{064FA091-FFD7-444A-8A60-6998522F43DE}" srcOrd="0" destOrd="0" parTransId="{31D25491-8763-4C7C-81CE-BEAE43FEF4AB}" sibTransId="{6EB248C1-BB21-403A-BFDD-ABCAB98EBBAF}"/>
    <dgm:cxn modelId="{5EF2D717-187B-4B6B-99C4-8D85510AD5DA}" type="presOf" srcId="{2E02FD0E-65E6-4340-A757-857D5763BF3C}" destId="{C3FC42F2-8393-496B-A76A-73D974B0AA52}" srcOrd="0" destOrd="1" presId="urn:microsoft.com/office/officeart/2005/8/layout/vList6"/>
    <dgm:cxn modelId="{4F55551A-2365-458A-8C85-A3289CBDC765}" type="presOf" srcId="{EC36B39A-2A20-429B-95FD-A0EFA0F0F6C0}" destId="{ED421982-B53F-43CB-85E6-04B575BD2E8D}" srcOrd="0" destOrd="0" presId="urn:microsoft.com/office/officeart/2005/8/layout/vList6"/>
    <dgm:cxn modelId="{3C53351F-8917-4230-BDC0-04E5C779B6E6}" type="presOf" srcId="{80AC74EF-1A5B-4D30-A545-3F910E27A942}" destId="{C3FC42F2-8393-496B-A76A-73D974B0AA52}" srcOrd="0" destOrd="0" presId="urn:microsoft.com/office/officeart/2005/8/layout/vList6"/>
    <dgm:cxn modelId="{FACB5425-9289-4CE8-A600-802E4CF9B641}" type="presOf" srcId="{09EB46F0-1DD7-4BED-B040-D2D82471E6F6}" destId="{3E11F675-5F2B-4E2B-BC11-8D49B530E3B5}" srcOrd="0" destOrd="0" presId="urn:microsoft.com/office/officeart/2005/8/layout/vList6"/>
    <dgm:cxn modelId="{3FA1DA25-80C4-4B0C-98EF-E578F3E35EE5}" srcId="{09EB46F0-1DD7-4BED-B040-D2D82471E6F6}" destId="{50825983-8746-478C-81D9-FC7EA182BA08}" srcOrd="2" destOrd="0" parTransId="{69C3148B-E3D7-4F57-88E6-1E6317B481F9}" sibTransId="{87E737A8-1422-4D81-AAA2-6AAA81032B37}"/>
    <dgm:cxn modelId="{42868D26-B160-453B-BCA2-8EA12A254CDC}" srcId="{09EB46F0-1DD7-4BED-B040-D2D82471E6F6}" destId="{F61F5D7E-5761-4990-835D-E65FCE6F194F}" srcOrd="7" destOrd="0" parTransId="{45DE2638-D568-412A-9C7D-051F5B1AACD4}" sibTransId="{1B57F247-E85D-4DBF-B508-7D40A4B9FF0A}"/>
    <dgm:cxn modelId="{772CAF2B-3DC6-48AF-AC29-9EA52E4D9E99}" srcId="{50825983-8746-478C-81D9-FC7EA182BA08}" destId="{AE64A281-85DC-4595-ACAB-9F4DDD779CFB}" srcOrd="0" destOrd="0" parTransId="{C54BB7EC-E15B-4282-B40E-65E1A81DD5A1}" sibTransId="{44244BBF-F1FE-47DF-A39D-6120C6309714}"/>
    <dgm:cxn modelId="{B64E2835-E7C3-44A4-B6B9-DAE2003B3F1E}" type="presOf" srcId="{74DB4B94-ABB6-4D89-BC86-0758613FDC0A}" destId="{4AB3CA48-A896-4DEF-9048-D33A3898F0B1}" srcOrd="0" destOrd="1" presId="urn:microsoft.com/office/officeart/2005/8/layout/vList6"/>
    <dgm:cxn modelId="{8BDC7535-1810-41C0-B600-93D191D6C196}" srcId="{EC36B39A-2A20-429B-95FD-A0EFA0F0F6C0}" destId="{5DBDFBC7-AEEF-404D-BC54-FBDAFCA4062B}" srcOrd="0" destOrd="0" parTransId="{E7B21139-42D9-48F3-88C7-C7852A65E36B}" sibTransId="{8A758797-124D-45E0-8717-247690FFDA2D}"/>
    <dgm:cxn modelId="{79DBD135-280A-431B-908B-ECFF1BFE3806}" srcId="{09EB46F0-1DD7-4BED-B040-D2D82471E6F6}" destId="{2FD49433-0505-4523-9102-4C68E5C2C742}" srcOrd="4" destOrd="0" parTransId="{0DB654BD-B23A-407C-BC02-A1C7949A655A}" sibTransId="{D55216B5-DF3F-499C-A85F-78D5142E6F15}"/>
    <dgm:cxn modelId="{95E6FA3D-AECA-4F62-A9F9-0CCFB7E2FE26}" type="presOf" srcId="{5DBDFBC7-AEEF-404D-BC54-FBDAFCA4062B}" destId="{C1526F42-BC4D-4C6B-89BF-474079D62F88}" srcOrd="0" destOrd="0" presId="urn:microsoft.com/office/officeart/2005/8/layout/vList6"/>
    <dgm:cxn modelId="{B7BD805B-F0A2-4BBB-B1CA-9B1B3C644B67}" type="presOf" srcId="{AE64A281-85DC-4595-ACAB-9F4DDD779CFB}" destId="{F8A10503-1B6D-47A9-938B-EC2390EE09BD}" srcOrd="0" destOrd="0" presId="urn:microsoft.com/office/officeart/2005/8/layout/vList6"/>
    <dgm:cxn modelId="{F28DF743-AB9A-4EE7-9E8E-F0C98C9B9AB9}" srcId="{BA5EF858-CE5E-4A1B-911B-F0081D9805BB}" destId="{8C2C721A-229F-4907-B5BC-D6AA9C5E2B78}" srcOrd="1" destOrd="0" parTransId="{D958C762-DF4B-47CE-9716-28EB0188303D}" sibTransId="{27731983-E018-4DF7-AAFB-8CD6AE906864}"/>
    <dgm:cxn modelId="{E72BAF48-B7E6-4848-B4B0-CCB3A6798377}" type="presOf" srcId="{50825983-8746-478C-81D9-FC7EA182BA08}" destId="{905CBC26-E9FA-43B2-B87C-F35AFA0BA7A3}" srcOrd="0" destOrd="0" presId="urn:microsoft.com/office/officeart/2005/8/layout/vList6"/>
    <dgm:cxn modelId="{16C3436A-E599-47A9-917D-2A2731410CD6}" type="presOf" srcId="{A7B9CCBE-3480-4EA8-9DD9-248E878FA896}" destId="{944D2912-3095-4C7C-A0F0-229FE53A4353}" srcOrd="0" destOrd="0" presId="urn:microsoft.com/office/officeart/2005/8/layout/vList6"/>
    <dgm:cxn modelId="{BFA8464C-3526-404B-95C4-53FA3EBF0ACB}" type="presOf" srcId="{BA5EF858-CE5E-4A1B-911B-F0081D9805BB}" destId="{EC017C47-A142-46CF-AE71-602C223B1930}" srcOrd="0" destOrd="0" presId="urn:microsoft.com/office/officeart/2005/8/layout/vList6"/>
    <dgm:cxn modelId="{9659014D-0FC6-461A-819D-E22EBB2CD81B}" srcId="{09EB46F0-1DD7-4BED-B040-D2D82471E6F6}" destId="{EC36B39A-2A20-429B-95FD-A0EFA0F0F6C0}" srcOrd="1" destOrd="0" parTransId="{2F736841-F408-4FE7-94A7-E625A996120C}" sibTransId="{31D1DAE6-A1D8-452F-9CDC-B1218232C671}"/>
    <dgm:cxn modelId="{BD832C6D-B518-4267-B16C-C132A0CDD88F}" srcId="{53B149D0-5C97-471A-B5D5-D3E358B67938}" destId="{74DB4B94-ABB6-4D89-BC86-0758613FDC0A}" srcOrd="1" destOrd="0" parTransId="{BD066664-45FD-4AFB-8FF1-1DA6264089DB}" sibTransId="{6513015C-484F-4415-8120-64ACB8200565}"/>
    <dgm:cxn modelId="{78655E4F-1529-4287-B5D9-544CF8584098}" type="presOf" srcId="{BB219765-96E5-4693-B741-3ADE3EA4657B}" destId="{4B8D6798-6B13-4FB8-B94F-4D832469B31E}" srcOrd="0" destOrd="0" presId="urn:microsoft.com/office/officeart/2005/8/layout/vList6"/>
    <dgm:cxn modelId="{748E1951-53DC-455E-99D9-9EDADFC98567}" srcId="{F61F5D7E-5761-4990-835D-E65FCE6F194F}" destId="{2E02FD0E-65E6-4340-A757-857D5763BF3C}" srcOrd="1" destOrd="0" parTransId="{CAC996CD-7FD9-460D-BDE6-26811CD6C68F}" sibTransId="{6A31C559-2E4E-448F-9133-D369A0700EF2}"/>
    <dgm:cxn modelId="{8B976F78-AEAC-4971-88F4-18F4D22A2308}" srcId="{09EB46F0-1DD7-4BED-B040-D2D82471E6F6}" destId="{C4289E0D-43B9-458A-9AE0-4EC3402045E2}" srcOrd="0" destOrd="0" parTransId="{1A151153-564C-4860-A859-68157B58E62D}" sibTransId="{2277BAA8-067F-4123-A18D-5338C452B221}"/>
    <dgm:cxn modelId="{7323F67B-C989-4067-A949-6F6076CB61B8}" type="presOf" srcId="{064FA091-FFD7-444A-8A60-6998522F43DE}" destId="{36854C38-D80C-4786-AFD1-954A72934160}" srcOrd="0" destOrd="0" presId="urn:microsoft.com/office/officeart/2005/8/layout/vList6"/>
    <dgm:cxn modelId="{AE01CF86-BFDE-4EFA-B069-4CA171A61C55}" type="presOf" srcId="{1519AE7C-1D83-47A5-AFEE-A129110F8593}" destId="{ADE6723B-1E39-425D-B974-509488208AAC}" srcOrd="0" destOrd="0" presId="urn:microsoft.com/office/officeart/2005/8/layout/vList6"/>
    <dgm:cxn modelId="{47C8E88B-4D41-4F81-B6BC-894BCB6D69E0}" type="presOf" srcId="{C4289E0D-43B9-458A-9AE0-4EC3402045E2}" destId="{48D744D8-5F9A-452E-9D1C-E3D93C843046}" srcOrd="0" destOrd="0" presId="urn:microsoft.com/office/officeart/2005/8/layout/vList6"/>
    <dgm:cxn modelId="{BE0D2C99-E31D-4F56-B597-D0F01C685E05}" srcId="{1519AE7C-1D83-47A5-AFEE-A129110F8593}" destId="{AEE5B36D-6D59-47A0-A3EB-21BD0D8AE558}" srcOrd="1" destOrd="0" parTransId="{0D2FF79C-220A-4081-8786-33ED7A8E1AA3}" sibTransId="{9C49F76A-054A-4D15-8FE9-1353A56A3BC4}"/>
    <dgm:cxn modelId="{6D3C5E99-09E7-47AE-9F9C-1D97B5A7A5DA}" type="presOf" srcId="{91754F85-83BD-443E-A307-C3B367064416}" destId="{4AB3CA48-A896-4DEF-9048-D33A3898F0B1}" srcOrd="0" destOrd="0" presId="urn:microsoft.com/office/officeart/2005/8/layout/vList6"/>
    <dgm:cxn modelId="{BA3CC09E-4F3F-4018-944E-E751D1E1E581}" type="presOf" srcId="{8C2C721A-229F-4907-B5BC-D6AA9C5E2B78}" destId="{36854C38-D80C-4786-AFD1-954A72934160}" srcOrd="0" destOrd="1" presId="urn:microsoft.com/office/officeart/2005/8/layout/vList6"/>
    <dgm:cxn modelId="{1774DBAB-BE56-4FB1-A2BA-D68D8B2806D3}" type="presOf" srcId="{F61F5D7E-5761-4990-835D-E65FCE6F194F}" destId="{73C301BA-BB10-4569-AD55-2CA7B9F5C619}" srcOrd="0" destOrd="0" presId="urn:microsoft.com/office/officeart/2005/8/layout/vList6"/>
    <dgm:cxn modelId="{F34127B9-9554-493D-91E0-9599296BF47F}" srcId="{09EB46F0-1DD7-4BED-B040-D2D82471E6F6}" destId="{1519AE7C-1D83-47A5-AFEE-A129110F8593}" srcOrd="5" destOrd="0" parTransId="{2098E861-7736-42F2-BBD0-D8DBDCAB7617}" sibTransId="{013EFFAC-F8D4-46AB-B221-E9381ED33710}"/>
    <dgm:cxn modelId="{2902C4BB-A273-4B70-9039-3538F3052E8C}" type="presOf" srcId="{AEE5B36D-6D59-47A0-A3EB-21BD0D8AE558}" destId="{4B8D6798-6B13-4FB8-B94F-4D832469B31E}" srcOrd="0" destOrd="1" presId="urn:microsoft.com/office/officeart/2005/8/layout/vList6"/>
    <dgm:cxn modelId="{85BFBDBD-B354-4667-8951-BC1C60B48B81}" srcId="{2FD49433-0505-4523-9102-4C68E5C2C742}" destId="{45F42604-3C52-43DC-AE4D-9B4A8FB7555D}" srcOrd="1" destOrd="0" parTransId="{62F4E393-C717-4DD2-8B47-7A8D8149B025}" sibTransId="{265D9014-43FC-48E9-980F-B4DEC4C6E08A}"/>
    <dgm:cxn modelId="{02B056C4-6865-4E60-8E49-AD938C9A6235}" srcId="{F61F5D7E-5761-4990-835D-E65FCE6F194F}" destId="{80AC74EF-1A5B-4D30-A545-3F910E27A942}" srcOrd="0" destOrd="0" parTransId="{3826A959-3FF7-45C2-87DA-7328FD0D936E}" sibTransId="{8335C6B3-04AF-4F8E-8016-8A39BFFB2E12}"/>
    <dgm:cxn modelId="{F4B6E0CA-ACB1-4DD0-8B07-B61F2DDA8E5E}" srcId="{09EB46F0-1DD7-4BED-B040-D2D82471E6F6}" destId="{53B149D0-5C97-471A-B5D5-D3E358B67938}" srcOrd="3" destOrd="0" parTransId="{F85BC91B-AC40-4BA0-B08E-E7EE630B5544}" sibTransId="{B66E1C77-E171-43A0-97A2-D9A4DBE013DC}"/>
    <dgm:cxn modelId="{0B675AD8-B143-4914-AEA3-061C3086D7A5}" type="presOf" srcId="{53B149D0-5C97-471A-B5D5-D3E358B67938}" destId="{A2546C16-7654-46C2-91BF-F582E5F46259}" srcOrd="0" destOrd="0" presId="urn:microsoft.com/office/officeart/2005/8/layout/vList6"/>
    <dgm:cxn modelId="{EE7B9FE5-903A-40AB-A5ED-38CB1387894C}" srcId="{53B149D0-5C97-471A-B5D5-D3E358B67938}" destId="{91754F85-83BD-443E-A307-C3B367064416}" srcOrd="0" destOrd="0" parTransId="{8B9F6817-7984-46D8-9FE6-F2CBB8D6D113}" sibTransId="{8B8D6E0C-4A73-4EC0-93C7-07707EF691DD}"/>
    <dgm:cxn modelId="{8DE0B5EA-7418-4BF7-B107-6378A04A9EC6}" srcId="{1519AE7C-1D83-47A5-AFEE-A129110F8593}" destId="{BB219765-96E5-4693-B741-3ADE3EA4657B}" srcOrd="0" destOrd="0" parTransId="{5857E478-65CB-42CA-A82E-4F1ED6B3E119}" sibTransId="{30F87A3A-D20E-4591-B6B1-F4F28CA98A2A}"/>
    <dgm:cxn modelId="{E72E1DF6-4F15-4026-AFA5-B520C29AA8B9}" type="presOf" srcId="{45F42604-3C52-43DC-AE4D-9B4A8FB7555D}" destId="{944D2912-3095-4C7C-A0F0-229FE53A4353}" srcOrd="0" destOrd="1" presId="urn:microsoft.com/office/officeart/2005/8/layout/vList6"/>
    <dgm:cxn modelId="{DC1C69A7-1B1D-4A12-B76B-3844516B446E}" type="presParOf" srcId="{3E11F675-5F2B-4E2B-BC11-8D49B530E3B5}" destId="{34F30931-86A0-4C83-82F2-9518DB626BFF}" srcOrd="0" destOrd="0" presId="urn:microsoft.com/office/officeart/2005/8/layout/vList6"/>
    <dgm:cxn modelId="{DD4C0CF2-B93D-4F38-B5D3-A3F6455B085C}" type="presParOf" srcId="{34F30931-86A0-4C83-82F2-9518DB626BFF}" destId="{48D744D8-5F9A-452E-9D1C-E3D93C843046}" srcOrd="0" destOrd="0" presId="urn:microsoft.com/office/officeart/2005/8/layout/vList6"/>
    <dgm:cxn modelId="{FEE9C965-C476-43DE-86AA-F1522C3BC23F}" type="presParOf" srcId="{34F30931-86A0-4C83-82F2-9518DB626BFF}" destId="{B5CB6CB3-5E66-4121-9DB8-040D13930A19}" srcOrd="1" destOrd="0" presId="urn:microsoft.com/office/officeart/2005/8/layout/vList6"/>
    <dgm:cxn modelId="{8F6FD9AC-4DAB-4D32-9D0C-49C3D9AE30ED}" type="presParOf" srcId="{3E11F675-5F2B-4E2B-BC11-8D49B530E3B5}" destId="{CEE3A64B-721B-450A-94F9-1212198F61C0}" srcOrd="1" destOrd="0" presId="urn:microsoft.com/office/officeart/2005/8/layout/vList6"/>
    <dgm:cxn modelId="{839458C0-16DA-4D4C-A503-50772B5D7068}" type="presParOf" srcId="{3E11F675-5F2B-4E2B-BC11-8D49B530E3B5}" destId="{39D6A881-D589-4B37-B12F-CDDF19EEFCC1}" srcOrd="2" destOrd="0" presId="urn:microsoft.com/office/officeart/2005/8/layout/vList6"/>
    <dgm:cxn modelId="{71232176-3209-4A41-9B2F-4A0BEFC3C2FE}" type="presParOf" srcId="{39D6A881-D589-4B37-B12F-CDDF19EEFCC1}" destId="{ED421982-B53F-43CB-85E6-04B575BD2E8D}" srcOrd="0" destOrd="0" presId="urn:microsoft.com/office/officeart/2005/8/layout/vList6"/>
    <dgm:cxn modelId="{C4C4490F-F5A6-49C1-AA2A-C3A2BC709EE9}" type="presParOf" srcId="{39D6A881-D589-4B37-B12F-CDDF19EEFCC1}" destId="{C1526F42-BC4D-4C6B-89BF-474079D62F88}" srcOrd="1" destOrd="0" presId="urn:microsoft.com/office/officeart/2005/8/layout/vList6"/>
    <dgm:cxn modelId="{246616E8-BBDD-441F-ADE3-927A8301B8CC}" type="presParOf" srcId="{3E11F675-5F2B-4E2B-BC11-8D49B530E3B5}" destId="{70A44B48-8534-4794-B34F-B46535BE2835}" srcOrd="3" destOrd="0" presId="urn:microsoft.com/office/officeart/2005/8/layout/vList6"/>
    <dgm:cxn modelId="{5D6E19E4-BA79-4ED7-B712-00986282C7E4}" type="presParOf" srcId="{3E11F675-5F2B-4E2B-BC11-8D49B530E3B5}" destId="{3A11C9D1-7443-44ED-8E72-AE9FA820D6E8}" srcOrd="4" destOrd="0" presId="urn:microsoft.com/office/officeart/2005/8/layout/vList6"/>
    <dgm:cxn modelId="{F0DCF064-17DD-4A66-9A0C-0602366800DF}" type="presParOf" srcId="{3A11C9D1-7443-44ED-8E72-AE9FA820D6E8}" destId="{905CBC26-E9FA-43B2-B87C-F35AFA0BA7A3}" srcOrd="0" destOrd="0" presId="urn:microsoft.com/office/officeart/2005/8/layout/vList6"/>
    <dgm:cxn modelId="{132C024D-B8CF-4941-8863-4C8733593E32}" type="presParOf" srcId="{3A11C9D1-7443-44ED-8E72-AE9FA820D6E8}" destId="{F8A10503-1B6D-47A9-938B-EC2390EE09BD}" srcOrd="1" destOrd="0" presId="urn:microsoft.com/office/officeart/2005/8/layout/vList6"/>
    <dgm:cxn modelId="{EB2981D5-D631-4625-9EC8-761C12C69655}" type="presParOf" srcId="{3E11F675-5F2B-4E2B-BC11-8D49B530E3B5}" destId="{8BF58A55-9E3F-4A77-9B12-82ED22B3967B}" srcOrd="5" destOrd="0" presId="urn:microsoft.com/office/officeart/2005/8/layout/vList6"/>
    <dgm:cxn modelId="{5BC1AB78-08ED-418C-8450-D6901C01454D}" type="presParOf" srcId="{3E11F675-5F2B-4E2B-BC11-8D49B530E3B5}" destId="{35392AF8-AF9D-4A45-8DC8-9AA8607F6C3F}" srcOrd="6" destOrd="0" presId="urn:microsoft.com/office/officeart/2005/8/layout/vList6"/>
    <dgm:cxn modelId="{6FCFB498-3B0D-4D05-8E62-EF1857C35AAA}" type="presParOf" srcId="{35392AF8-AF9D-4A45-8DC8-9AA8607F6C3F}" destId="{A2546C16-7654-46C2-91BF-F582E5F46259}" srcOrd="0" destOrd="0" presId="urn:microsoft.com/office/officeart/2005/8/layout/vList6"/>
    <dgm:cxn modelId="{81C1ED69-879C-41D5-B36A-90FE2FBC4962}" type="presParOf" srcId="{35392AF8-AF9D-4A45-8DC8-9AA8607F6C3F}" destId="{4AB3CA48-A896-4DEF-9048-D33A3898F0B1}" srcOrd="1" destOrd="0" presId="urn:microsoft.com/office/officeart/2005/8/layout/vList6"/>
    <dgm:cxn modelId="{FE63CEC7-3856-44E6-8316-DF4EE704DC27}" type="presParOf" srcId="{3E11F675-5F2B-4E2B-BC11-8D49B530E3B5}" destId="{DAED5265-0A23-4457-BCE7-7829D1FD1BC6}" srcOrd="7" destOrd="0" presId="urn:microsoft.com/office/officeart/2005/8/layout/vList6"/>
    <dgm:cxn modelId="{7664F8A2-433C-433A-98BA-82A9543006FC}" type="presParOf" srcId="{3E11F675-5F2B-4E2B-BC11-8D49B530E3B5}" destId="{E7A50A3B-EA60-4884-81F7-974A65BD71DD}" srcOrd="8" destOrd="0" presId="urn:microsoft.com/office/officeart/2005/8/layout/vList6"/>
    <dgm:cxn modelId="{EAC46593-CD59-4A0C-B0E5-0F6EF17BDE7D}" type="presParOf" srcId="{E7A50A3B-EA60-4884-81F7-974A65BD71DD}" destId="{36027D7C-98E3-4FEE-B211-95A5B7B7F160}" srcOrd="0" destOrd="0" presId="urn:microsoft.com/office/officeart/2005/8/layout/vList6"/>
    <dgm:cxn modelId="{3EA3C666-9F33-4D77-94CA-07E695D7D6BC}" type="presParOf" srcId="{E7A50A3B-EA60-4884-81F7-974A65BD71DD}" destId="{944D2912-3095-4C7C-A0F0-229FE53A4353}" srcOrd="1" destOrd="0" presId="urn:microsoft.com/office/officeart/2005/8/layout/vList6"/>
    <dgm:cxn modelId="{F6DFCB27-B2EC-4923-961F-DEBE0AED4C9B}" type="presParOf" srcId="{3E11F675-5F2B-4E2B-BC11-8D49B530E3B5}" destId="{906F8442-7D79-4FE7-AA7C-DDA4E0C2D565}" srcOrd="9" destOrd="0" presId="urn:microsoft.com/office/officeart/2005/8/layout/vList6"/>
    <dgm:cxn modelId="{6A751256-9A65-4412-991A-09B5266CAF9B}" type="presParOf" srcId="{3E11F675-5F2B-4E2B-BC11-8D49B530E3B5}" destId="{D107D42B-4411-4024-A81E-55800DE6EAEF}" srcOrd="10" destOrd="0" presId="urn:microsoft.com/office/officeart/2005/8/layout/vList6"/>
    <dgm:cxn modelId="{A3CA79DC-C129-4F06-B587-40359DE6319A}" type="presParOf" srcId="{D107D42B-4411-4024-A81E-55800DE6EAEF}" destId="{ADE6723B-1E39-425D-B974-509488208AAC}" srcOrd="0" destOrd="0" presId="urn:microsoft.com/office/officeart/2005/8/layout/vList6"/>
    <dgm:cxn modelId="{CE108DE3-7412-4748-B507-D3A1025A6CBF}" type="presParOf" srcId="{D107D42B-4411-4024-A81E-55800DE6EAEF}" destId="{4B8D6798-6B13-4FB8-B94F-4D832469B31E}" srcOrd="1" destOrd="0" presId="urn:microsoft.com/office/officeart/2005/8/layout/vList6"/>
    <dgm:cxn modelId="{BAD60966-FFD4-40AF-AEDF-F07A9898CE03}" type="presParOf" srcId="{3E11F675-5F2B-4E2B-BC11-8D49B530E3B5}" destId="{DACE1150-6310-4E2A-8F85-E079911FC20B}" srcOrd="11" destOrd="0" presId="urn:microsoft.com/office/officeart/2005/8/layout/vList6"/>
    <dgm:cxn modelId="{32B1357D-3911-409C-A682-21847A1AF112}" type="presParOf" srcId="{3E11F675-5F2B-4E2B-BC11-8D49B530E3B5}" destId="{3E28FB36-42FE-4064-B531-3A2EA5B19EA5}" srcOrd="12" destOrd="0" presId="urn:microsoft.com/office/officeart/2005/8/layout/vList6"/>
    <dgm:cxn modelId="{5FD1EF8F-0C9D-433F-BF6E-232113A96D9B}" type="presParOf" srcId="{3E28FB36-42FE-4064-B531-3A2EA5B19EA5}" destId="{EC017C47-A142-46CF-AE71-602C223B1930}" srcOrd="0" destOrd="0" presId="urn:microsoft.com/office/officeart/2005/8/layout/vList6"/>
    <dgm:cxn modelId="{641388CA-64BD-4A2B-B722-56DA621590E3}" type="presParOf" srcId="{3E28FB36-42FE-4064-B531-3A2EA5B19EA5}" destId="{36854C38-D80C-4786-AFD1-954A72934160}" srcOrd="1" destOrd="0" presId="urn:microsoft.com/office/officeart/2005/8/layout/vList6"/>
    <dgm:cxn modelId="{8DF24036-E212-4043-94C5-1937A86A4269}" type="presParOf" srcId="{3E11F675-5F2B-4E2B-BC11-8D49B530E3B5}" destId="{C476ABE2-6A9C-439A-AACB-03A169F85A6B}" srcOrd="13" destOrd="0" presId="urn:microsoft.com/office/officeart/2005/8/layout/vList6"/>
    <dgm:cxn modelId="{35C9B17D-63D3-47A7-8296-3804BB3996BD}" type="presParOf" srcId="{3E11F675-5F2B-4E2B-BC11-8D49B530E3B5}" destId="{2C174F9F-11EC-4F97-B3A4-28CBDF4C3729}" srcOrd="14" destOrd="0" presId="urn:microsoft.com/office/officeart/2005/8/layout/vList6"/>
    <dgm:cxn modelId="{D7B0AE00-5416-46DB-9907-FAB476538146}" type="presParOf" srcId="{2C174F9F-11EC-4F97-B3A4-28CBDF4C3729}" destId="{73C301BA-BB10-4569-AD55-2CA7B9F5C619}" srcOrd="0" destOrd="0" presId="urn:microsoft.com/office/officeart/2005/8/layout/vList6"/>
    <dgm:cxn modelId="{788C3C17-4D49-4FAD-8F7E-8BBFB175CD6B}" type="presParOf" srcId="{2C174F9F-11EC-4F97-B3A4-28CBDF4C3729}" destId="{C3FC42F2-8393-496B-A76A-73D974B0AA5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7650EB-28D9-46B8-8E55-C9CE2E3591E3}">
      <dsp:nvSpPr>
        <dsp:cNvPr id="0" name=""/>
        <dsp:cNvSpPr/>
      </dsp:nvSpPr>
      <dsp:spPr>
        <a:xfrm>
          <a:off x="2717601" y="559"/>
          <a:ext cx="4076403" cy="70552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>
                    <a:alpha val="33000"/>
                  </a:srgbClr>
                </a:outerShdw>
              </a:effectLst>
            </a:rPr>
            <a:t>USA Housing Dataset (Kaggle)</a:t>
          </a:r>
          <a:br>
            <a:rPr lang="en-US" sz="1200" kern="1200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>
                    <a:alpha val="33000"/>
                  </a:srgbClr>
                </a:outerShdw>
              </a:effectLst>
            </a:rPr>
          </a:br>
          <a:r>
            <a:rPr lang="en-US" sz="1200" kern="1200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>
                    <a:alpha val="33000"/>
                  </a:srgbClr>
                </a:outerShdw>
              </a:effectLst>
            </a:rPr>
            <a:t>Approximately 5000 </a:t>
          </a:r>
          <a:r>
            <a:rPr lang="en-US" sz="1200" kern="1200" dirty="0">
              <a:effectLst>
                <a:glow>
                  <a:schemeClr val="accent1">
                    <a:alpha val="40000"/>
                  </a:schemeClr>
                </a:glow>
                <a:outerShdw blurRad="50800" dist="50800" dir="5400000" algn="ctr" rotWithShape="0">
                  <a:srgbClr val="000000"/>
                </a:outerShdw>
              </a:effectLst>
            </a:rPr>
            <a:t>Samples</a:t>
          </a:r>
        </a:p>
      </dsp:txBody>
      <dsp:txXfrm>
        <a:off x="2717601" y="88749"/>
        <a:ext cx="3811833" cy="529141"/>
      </dsp:txXfrm>
    </dsp:sp>
    <dsp:sp modelId="{C68F7CF1-612F-42F6-8DB2-18720D37A67D}">
      <dsp:nvSpPr>
        <dsp:cNvPr id="0" name=""/>
        <dsp:cNvSpPr/>
      </dsp:nvSpPr>
      <dsp:spPr>
        <a:xfrm>
          <a:off x="0" y="559"/>
          <a:ext cx="2717602" cy="705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Dataset (USA Housing)</a:t>
          </a:r>
        </a:p>
      </dsp:txBody>
      <dsp:txXfrm>
        <a:off x="34441" y="35000"/>
        <a:ext cx="2648720" cy="636639"/>
      </dsp:txXfrm>
    </dsp:sp>
    <dsp:sp modelId="{FCE2E61E-466A-4443-B16A-32C1EE45CAD7}">
      <dsp:nvSpPr>
        <dsp:cNvPr id="0" name=""/>
        <dsp:cNvSpPr/>
      </dsp:nvSpPr>
      <dsp:spPr>
        <a:xfrm>
          <a:off x="2717601" y="776633"/>
          <a:ext cx="4076403" cy="70552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/>
            <a:t>Income, House Age</a:t>
          </a:r>
          <a:br>
            <a:rPr lang="en-US" sz="1200" b="1" kern="1200" dirty="0"/>
          </a:br>
          <a:r>
            <a:rPr lang="en-US" sz="1200" b="1" kern="1200" dirty="0"/>
            <a:t>Rooms &amp; Bedrooms</a:t>
          </a:r>
          <a:br>
            <a:rPr lang="en-US" sz="1200" b="1" kern="1200" dirty="0"/>
          </a:br>
          <a:r>
            <a:rPr lang="en-US" sz="1200" b="1" kern="1200" dirty="0"/>
            <a:t>Area Population</a:t>
          </a:r>
        </a:p>
      </dsp:txBody>
      <dsp:txXfrm>
        <a:off x="2717601" y="864823"/>
        <a:ext cx="3811833" cy="529141"/>
      </dsp:txXfrm>
    </dsp:sp>
    <dsp:sp modelId="{595984C1-4888-4C2C-9CA2-4FC981C2D251}">
      <dsp:nvSpPr>
        <dsp:cNvPr id="0" name=""/>
        <dsp:cNvSpPr/>
      </dsp:nvSpPr>
      <dsp:spPr>
        <a:xfrm>
          <a:off x="0" y="776633"/>
          <a:ext cx="2717602" cy="705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</a:rPr>
            <a:t>Features</a:t>
          </a:r>
        </a:p>
      </dsp:txBody>
      <dsp:txXfrm>
        <a:off x="34441" y="811074"/>
        <a:ext cx="2648720" cy="636639"/>
      </dsp:txXfrm>
    </dsp:sp>
    <dsp:sp modelId="{966F448C-587A-45A9-ADE2-C19452859085}">
      <dsp:nvSpPr>
        <dsp:cNvPr id="0" name=""/>
        <dsp:cNvSpPr/>
      </dsp:nvSpPr>
      <dsp:spPr>
        <a:xfrm>
          <a:off x="2717601" y="1552707"/>
          <a:ext cx="4076403" cy="70552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/>
            <a:t>Removed duplicates</a:t>
          </a:r>
          <a:br>
            <a:rPr lang="en-US" sz="1200" b="1" kern="1200" dirty="0"/>
          </a:br>
          <a:r>
            <a:rPr lang="en-US" sz="1200" b="1" kern="1200" dirty="0"/>
            <a:t>Handled missing values</a:t>
          </a:r>
          <a:br>
            <a:rPr lang="en-US" sz="1200" b="1" kern="1200" dirty="0"/>
          </a:br>
          <a:r>
            <a:rPr lang="en-US" sz="1200" b="1" kern="1200" dirty="0"/>
            <a:t>Dropped irrelevant columns (Address)</a:t>
          </a:r>
        </a:p>
      </dsp:txBody>
      <dsp:txXfrm>
        <a:off x="2717601" y="1640897"/>
        <a:ext cx="3811833" cy="529141"/>
      </dsp:txXfrm>
    </dsp:sp>
    <dsp:sp modelId="{BA2C808D-5401-44A6-AFE4-6ECF4EE125EA}">
      <dsp:nvSpPr>
        <dsp:cNvPr id="0" name=""/>
        <dsp:cNvSpPr/>
      </dsp:nvSpPr>
      <dsp:spPr>
        <a:xfrm>
          <a:off x="0" y="1552707"/>
          <a:ext cx="2717602" cy="705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Preprocessing</a:t>
          </a:r>
        </a:p>
      </dsp:txBody>
      <dsp:txXfrm>
        <a:off x="34441" y="1587148"/>
        <a:ext cx="2648720" cy="636639"/>
      </dsp:txXfrm>
    </dsp:sp>
    <dsp:sp modelId="{395408F1-B74B-42B0-8CB6-1B696B036404}">
      <dsp:nvSpPr>
        <dsp:cNvPr id="0" name=""/>
        <dsp:cNvSpPr/>
      </dsp:nvSpPr>
      <dsp:spPr>
        <a:xfrm>
          <a:off x="2717601" y="2328781"/>
          <a:ext cx="4076403" cy="70552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/>
            <a:t>Linear Regression</a:t>
          </a:r>
          <a:br>
            <a:rPr lang="en-US" sz="1200" b="1" kern="1200" dirty="0"/>
          </a:br>
          <a:r>
            <a:rPr lang="en-US" sz="1200" b="1" kern="1200" dirty="0"/>
            <a:t>Ridge (L2), Lasso (L1)</a:t>
          </a:r>
          <a:br>
            <a:rPr lang="en-US" sz="1200" b="1" kern="1200" dirty="0"/>
          </a:br>
          <a:r>
            <a:rPr lang="en-US" sz="1200" b="1" kern="1200" dirty="0"/>
            <a:t>Elastic Net</a:t>
          </a:r>
        </a:p>
      </dsp:txBody>
      <dsp:txXfrm>
        <a:off x="2717601" y="2416971"/>
        <a:ext cx="3811833" cy="529141"/>
      </dsp:txXfrm>
    </dsp:sp>
    <dsp:sp modelId="{22864E4E-AF8A-4612-9F2E-2559322D1CD9}">
      <dsp:nvSpPr>
        <dsp:cNvPr id="0" name=""/>
        <dsp:cNvSpPr/>
      </dsp:nvSpPr>
      <dsp:spPr>
        <a:xfrm>
          <a:off x="0" y="2328781"/>
          <a:ext cx="2717602" cy="705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Models Tested</a:t>
          </a:r>
        </a:p>
      </dsp:txBody>
      <dsp:txXfrm>
        <a:off x="34441" y="2363222"/>
        <a:ext cx="2648720" cy="636639"/>
      </dsp:txXfrm>
    </dsp:sp>
    <dsp:sp modelId="{C401A22C-7172-45EC-8DC4-2FF8F0B6F06D}">
      <dsp:nvSpPr>
        <dsp:cNvPr id="0" name=""/>
        <dsp:cNvSpPr/>
      </dsp:nvSpPr>
      <dsp:spPr>
        <a:xfrm>
          <a:off x="2717601" y="3104855"/>
          <a:ext cx="4076403" cy="70552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  <a:t>Random Forest Regressor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  <a:t>Captures non-linear patterns</a:t>
          </a:r>
          <a:br>
            <a:rPr lang="en-US" sz="1200" b="1" kern="1200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</a:br>
          <a:r>
            <a:rPr lang="en-US" sz="1200" b="1" kern="1200" dirty="0">
              <a:effectLst>
                <a:outerShdw blurRad="50800" dist="50800" dir="5400000" algn="ctr" rotWithShape="0">
                  <a:srgbClr val="000000">
                    <a:alpha val="17000"/>
                  </a:srgbClr>
                </a:outerShdw>
              </a:effectLst>
            </a:rPr>
            <a:t>Reduces overfitting (ensemble)</a:t>
          </a:r>
        </a:p>
      </dsp:txBody>
      <dsp:txXfrm>
        <a:off x="2717601" y="3193045"/>
        <a:ext cx="3811833" cy="529141"/>
      </dsp:txXfrm>
    </dsp:sp>
    <dsp:sp modelId="{D88DC652-1D5D-4F47-88F0-B07A255140B3}">
      <dsp:nvSpPr>
        <dsp:cNvPr id="0" name=""/>
        <dsp:cNvSpPr/>
      </dsp:nvSpPr>
      <dsp:spPr>
        <a:xfrm>
          <a:off x="0" y="3104855"/>
          <a:ext cx="2717602" cy="705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Final Model</a:t>
          </a:r>
        </a:p>
      </dsp:txBody>
      <dsp:txXfrm>
        <a:off x="34441" y="3139296"/>
        <a:ext cx="2648720" cy="636639"/>
      </dsp:txXfrm>
    </dsp:sp>
    <dsp:sp modelId="{7638190F-18E6-4C27-B14A-9E6437F20801}">
      <dsp:nvSpPr>
        <dsp:cNvPr id="0" name=""/>
        <dsp:cNvSpPr/>
      </dsp:nvSpPr>
      <dsp:spPr>
        <a:xfrm>
          <a:off x="2717601" y="3880929"/>
          <a:ext cx="4076403" cy="70552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/>
            <a:t>Predicted House Prices</a:t>
          </a:r>
          <a:br>
            <a:rPr lang="en-US" sz="1200" b="1" kern="1200" dirty="0"/>
          </a:br>
          <a:r>
            <a:rPr lang="en-US" sz="1200" b="1" kern="1200" dirty="0"/>
            <a:t>Evaluated with R² &amp; MAE</a:t>
          </a:r>
        </a:p>
      </dsp:txBody>
      <dsp:txXfrm>
        <a:off x="2717601" y="3969119"/>
        <a:ext cx="3811833" cy="529141"/>
      </dsp:txXfrm>
    </dsp:sp>
    <dsp:sp modelId="{BAF97654-B39D-4640-B865-5DF94186196F}">
      <dsp:nvSpPr>
        <dsp:cNvPr id="0" name=""/>
        <dsp:cNvSpPr/>
      </dsp:nvSpPr>
      <dsp:spPr>
        <a:xfrm>
          <a:off x="0" y="3880929"/>
          <a:ext cx="2717602" cy="705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Results</a:t>
          </a:r>
        </a:p>
      </dsp:txBody>
      <dsp:txXfrm>
        <a:off x="34441" y="3915370"/>
        <a:ext cx="2648720" cy="6366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B6CB3-5E66-4121-9DB8-040D13930A19}">
      <dsp:nvSpPr>
        <dsp:cNvPr id="0" name=""/>
        <dsp:cNvSpPr/>
      </dsp:nvSpPr>
      <dsp:spPr>
        <a:xfrm>
          <a:off x="3000318" y="1753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Loaded U.S housing dataset with relevant columns used for prediction</a:t>
          </a:r>
        </a:p>
      </dsp:txBody>
      <dsp:txXfrm>
        <a:off x="3000318" y="79591"/>
        <a:ext cx="4266963" cy="467028"/>
      </dsp:txXfrm>
    </dsp:sp>
    <dsp:sp modelId="{48D744D8-5F9A-452E-9D1C-E3D93C843046}">
      <dsp:nvSpPr>
        <dsp:cNvPr id="0" name=""/>
        <dsp:cNvSpPr/>
      </dsp:nvSpPr>
      <dsp:spPr>
        <a:xfrm>
          <a:off x="0" y="0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Raw Data📊</a:t>
          </a:r>
        </a:p>
      </dsp:txBody>
      <dsp:txXfrm>
        <a:off x="30398" y="30398"/>
        <a:ext cx="2939522" cy="561908"/>
      </dsp:txXfrm>
    </dsp:sp>
    <dsp:sp modelId="{C1526F42-BC4D-4C6B-89BF-474079D62F88}">
      <dsp:nvSpPr>
        <dsp:cNvPr id="0" name=""/>
        <dsp:cNvSpPr/>
      </dsp:nvSpPr>
      <dsp:spPr>
        <a:xfrm>
          <a:off x="3000318" y="686728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Checked for any missing, </a:t>
          </a:r>
          <a:r>
            <a:rPr lang="en-US" sz="1300" kern="1200" dirty="0" err="1"/>
            <a:t>NaN</a:t>
          </a:r>
          <a:r>
            <a:rPr lang="en-US" sz="1300" kern="1200" dirty="0"/>
            <a:t> or duplicate values and cleaned them out.</a:t>
          </a:r>
        </a:p>
      </dsp:txBody>
      <dsp:txXfrm>
        <a:off x="3000318" y="764566"/>
        <a:ext cx="4266963" cy="467028"/>
      </dsp:txXfrm>
    </dsp:sp>
    <dsp:sp modelId="{ED421982-B53F-43CB-85E6-04B575BD2E8D}">
      <dsp:nvSpPr>
        <dsp:cNvPr id="0" name=""/>
        <dsp:cNvSpPr/>
      </dsp:nvSpPr>
      <dsp:spPr>
        <a:xfrm>
          <a:off x="0" y="686728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Cleaning🧹</a:t>
          </a:r>
        </a:p>
      </dsp:txBody>
      <dsp:txXfrm>
        <a:off x="30398" y="717126"/>
        <a:ext cx="2939522" cy="561908"/>
      </dsp:txXfrm>
    </dsp:sp>
    <dsp:sp modelId="{F8A10503-1B6D-47A9-938B-EC2390EE09BD}">
      <dsp:nvSpPr>
        <dsp:cNvPr id="0" name=""/>
        <dsp:cNvSpPr/>
      </dsp:nvSpPr>
      <dsp:spPr>
        <a:xfrm>
          <a:off x="3000318" y="1371702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Selected relevant features, Dropped unnecessary columns and prepared input variables (X)</a:t>
          </a:r>
        </a:p>
      </dsp:txBody>
      <dsp:txXfrm>
        <a:off x="3000318" y="1449540"/>
        <a:ext cx="4266963" cy="467028"/>
      </dsp:txXfrm>
    </dsp:sp>
    <dsp:sp modelId="{905CBC26-E9FA-43B2-B87C-F35AFA0BA7A3}">
      <dsp:nvSpPr>
        <dsp:cNvPr id="0" name=""/>
        <dsp:cNvSpPr/>
      </dsp:nvSpPr>
      <dsp:spPr>
        <a:xfrm>
          <a:off x="0" y="1371702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Feature Selection🧹</a:t>
          </a:r>
        </a:p>
      </dsp:txBody>
      <dsp:txXfrm>
        <a:off x="30398" y="1402100"/>
        <a:ext cx="2939522" cy="561908"/>
      </dsp:txXfrm>
    </dsp:sp>
    <dsp:sp modelId="{4AB3CA48-A896-4DEF-9048-D33A3898F0B1}">
      <dsp:nvSpPr>
        <dsp:cNvPr id="0" name=""/>
        <dsp:cNvSpPr/>
      </dsp:nvSpPr>
      <dsp:spPr>
        <a:xfrm>
          <a:off x="3000318" y="2056677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80% to 20% Testing Data Split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Prevents overfitting</a:t>
          </a:r>
        </a:p>
      </dsp:txBody>
      <dsp:txXfrm>
        <a:off x="3000318" y="2134515"/>
        <a:ext cx="4266963" cy="467028"/>
      </dsp:txXfrm>
    </dsp:sp>
    <dsp:sp modelId="{A2546C16-7654-46C2-91BF-F582E5F46259}">
      <dsp:nvSpPr>
        <dsp:cNvPr id="0" name=""/>
        <dsp:cNvSpPr/>
      </dsp:nvSpPr>
      <dsp:spPr>
        <a:xfrm>
          <a:off x="0" y="2056677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Train/Test Split🧠</a:t>
          </a:r>
        </a:p>
      </dsp:txBody>
      <dsp:txXfrm>
        <a:off x="30398" y="2087075"/>
        <a:ext cx="2939522" cy="561908"/>
      </dsp:txXfrm>
    </dsp:sp>
    <dsp:sp modelId="{944D2912-3095-4C7C-A0F0-229FE53A4353}">
      <dsp:nvSpPr>
        <dsp:cNvPr id="0" name=""/>
        <dsp:cNvSpPr/>
      </dsp:nvSpPr>
      <dsp:spPr>
        <a:xfrm>
          <a:off x="3000318" y="2741652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Random Forest Regressor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Learned patterns from data/built predictive model</a:t>
          </a:r>
        </a:p>
      </dsp:txBody>
      <dsp:txXfrm>
        <a:off x="3000318" y="2819490"/>
        <a:ext cx="4266963" cy="467028"/>
      </dsp:txXfrm>
    </dsp:sp>
    <dsp:sp modelId="{36027D7C-98E3-4FEE-B211-95A5B7B7F160}">
      <dsp:nvSpPr>
        <dsp:cNvPr id="0" name=""/>
        <dsp:cNvSpPr/>
      </dsp:nvSpPr>
      <dsp:spPr>
        <a:xfrm>
          <a:off x="0" y="2741652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Model Training🧠</a:t>
          </a:r>
        </a:p>
      </dsp:txBody>
      <dsp:txXfrm>
        <a:off x="30398" y="2772050"/>
        <a:ext cx="2939522" cy="561908"/>
      </dsp:txXfrm>
    </dsp:sp>
    <dsp:sp modelId="{4B8D6798-6B13-4FB8-B94F-4D832469B31E}">
      <dsp:nvSpPr>
        <dsp:cNvPr id="0" name=""/>
        <dsp:cNvSpPr/>
      </dsp:nvSpPr>
      <dsp:spPr>
        <a:xfrm>
          <a:off x="3000318" y="3426626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Predicted housing prices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Applied model to unseen data/Generate Outputs</a:t>
          </a:r>
        </a:p>
      </dsp:txBody>
      <dsp:txXfrm>
        <a:off x="3000318" y="3504464"/>
        <a:ext cx="4266963" cy="467028"/>
      </dsp:txXfrm>
    </dsp:sp>
    <dsp:sp modelId="{ADE6723B-1E39-425D-B974-509488208AAC}">
      <dsp:nvSpPr>
        <dsp:cNvPr id="0" name=""/>
        <dsp:cNvSpPr/>
      </dsp:nvSpPr>
      <dsp:spPr>
        <a:xfrm>
          <a:off x="0" y="3426626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Prediction📈</a:t>
          </a:r>
        </a:p>
      </dsp:txBody>
      <dsp:txXfrm>
        <a:off x="30398" y="3457024"/>
        <a:ext cx="2939522" cy="561908"/>
      </dsp:txXfrm>
    </dsp:sp>
    <dsp:sp modelId="{36854C38-D80C-4786-AFD1-954A72934160}">
      <dsp:nvSpPr>
        <dsp:cNvPr id="0" name=""/>
        <dsp:cNvSpPr/>
      </dsp:nvSpPr>
      <dsp:spPr>
        <a:xfrm>
          <a:off x="3000318" y="4111601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R^2 Score (performance)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MAE (prediction error)/ Compare actual vs predicted</a:t>
          </a:r>
        </a:p>
      </dsp:txBody>
      <dsp:txXfrm>
        <a:off x="3000318" y="4189439"/>
        <a:ext cx="4266963" cy="467028"/>
      </dsp:txXfrm>
    </dsp:sp>
    <dsp:sp modelId="{EC017C47-A142-46CF-AE71-602C223B1930}">
      <dsp:nvSpPr>
        <dsp:cNvPr id="0" name=""/>
        <dsp:cNvSpPr/>
      </dsp:nvSpPr>
      <dsp:spPr>
        <a:xfrm>
          <a:off x="0" y="4111601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Evaluation📈</a:t>
          </a:r>
        </a:p>
      </dsp:txBody>
      <dsp:txXfrm>
        <a:off x="30398" y="4141999"/>
        <a:ext cx="2939522" cy="561908"/>
      </dsp:txXfrm>
    </dsp:sp>
    <dsp:sp modelId="{C3FC42F2-8393-496B-A76A-73D974B0AA52}">
      <dsp:nvSpPr>
        <dsp:cNvPr id="0" name=""/>
        <dsp:cNvSpPr/>
      </dsp:nvSpPr>
      <dsp:spPr>
        <a:xfrm>
          <a:off x="3000318" y="4796576"/>
          <a:ext cx="4500477" cy="62270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Trained Model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Provides a percentage of how accurate model is</a:t>
          </a:r>
        </a:p>
      </dsp:txBody>
      <dsp:txXfrm>
        <a:off x="3000318" y="4874414"/>
        <a:ext cx="4266963" cy="467028"/>
      </dsp:txXfrm>
    </dsp:sp>
    <dsp:sp modelId="{73C301BA-BB10-4569-AD55-2CA7B9F5C619}">
      <dsp:nvSpPr>
        <dsp:cNvPr id="0" name=""/>
        <dsp:cNvSpPr/>
      </dsp:nvSpPr>
      <dsp:spPr>
        <a:xfrm>
          <a:off x="0" y="4798329"/>
          <a:ext cx="3000318" cy="6227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Results ✔</a:t>
          </a:r>
        </a:p>
      </dsp:txBody>
      <dsp:txXfrm>
        <a:off x="30398" y="4828727"/>
        <a:ext cx="2939522" cy="561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EF3EB-E710-45D6-B643-C9E4D17EE99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C9BAC-D147-4BC6-8293-72ADA684F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59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0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8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5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4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6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5" y="1648692"/>
            <a:ext cx="7772400" cy="2466108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Housing Price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5" y="4389119"/>
            <a:ext cx="6823058" cy="2036618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>
              <a:bevelT w="19050"/>
            </a:sp3d>
          </a:bodyPr>
          <a:lstStyle/>
          <a:p>
            <a:r>
              <a:rPr sz="2400" b="1" dirty="0">
                <a:effectLst>
                  <a:glow rad="127000">
                    <a:srgbClr val="FFC000"/>
                  </a:glow>
                  <a:outerShdw blurRad="50800" dist="50800" dir="5400000" sx="99000" sy="99000" algn="ctr" rotWithShape="0">
                    <a:srgbClr val="000000">
                      <a:alpha val="97000"/>
                    </a:srgbClr>
                  </a:outerShdw>
                </a:effectLst>
                <a:latin typeface="Amasis MT Pro Black" panose="020F0502020204030204" pitchFamily="18" charset="0"/>
              </a:rPr>
              <a:t>Name: </a:t>
            </a:r>
            <a:r>
              <a:rPr lang="en-US" sz="2400" b="1" dirty="0">
                <a:effectLst>
                  <a:glow rad="127000">
                    <a:srgbClr val="FFC000"/>
                  </a:glow>
                  <a:outerShdw blurRad="50800" dist="50800" dir="5400000" sx="99000" sy="99000" algn="ctr" rotWithShape="0">
                    <a:srgbClr val="000000">
                      <a:alpha val="97000"/>
                    </a:srgbClr>
                  </a:outerShdw>
                </a:effectLst>
                <a:latin typeface="Amasis MT Pro Black" panose="020F0502020204030204" pitchFamily="18" charset="0"/>
              </a:rPr>
              <a:t>Rashaad Devonta Roberts (Solo)</a:t>
            </a:r>
          </a:p>
          <a:p>
            <a:r>
              <a:rPr lang="it-IT" sz="2400" b="1" dirty="0">
                <a:effectLst>
                  <a:glow rad="127000">
                    <a:srgbClr val="FFC000"/>
                  </a:glow>
                  <a:outerShdw blurRad="50800" dist="50800" dir="5400000" sx="99000" sy="99000" algn="ctr" rotWithShape="0">
                    <a:srgbClr val="000000">
                      <a:alpha val="97000"/>
                    </a:srgbClr>
                  </a:outerShdw>
                </a:effectLst>
                <a:latin typeface="Amasis MT Pro Black" panose="020F0502020204030204" pitchFamily="18" charset="0"/>
              </a:rPr>
              <a:t>Semester: Spring 2026</a:t>
            </a:r>
          </a:p>
          <a:p>
            <a:r>
              <a:rPr lang="it-IT" sz="2400" b="1" dirty="0">
                <a:effectLst>
                  <a:glow rad="127000">
                    <a:srgbClr val="FFC000"/>
                  </a:glow>
                  <a:outerShdw blurRad="50800" dist="50800" dir="5400000" sx="99000" sy="99000" algn="ctr" rotWithShape="0">
                    <a:srgbClr val="000000">
                      <a:alpha val="97000"/>
                    </a:srgbClr>
                  </a:outerShdw>
                </a:effectLst>
                <a:latin typeface="Amasis MT Pro Black" panose="020F0502020204030204" pitchFamily="18" charset="0"/>
              </a:rPr>
              <a:t>Course: CAP4630-002- Intro to AI Intelligence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Objectives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2093976"/>
            <a:ext cx="7876309" cy="4078224"/>
          </a:xfrm>
        </p:spPr>
        <p:txBody>
          <a:bodyPr/>
          <a:lstStyle/>
          <a:p>
            <a:r>
              <a:rPr lang="en-US" dirty="0"/>
              <a:t>What problem am I solving? Why is it important?</a:t>
            </a:r>
          </a:p>
          <a:p>
            <a:pPr marL="0" indent="0">
              <a:buNone/>
            </a:pPr>
            <a:r>
              <a:rPr lang="en-US" dirty="0"/>
              <a:t>Millions of buyers of homes everyday are affected by such a very large decision, and with this we can empower buyers/sellers to know if a property is overpriced, underpriced, or a fantastic deal.</a:t>
            </a:r>
          </a:p>
          <a:p>
            <a:r>
              <a:rPr lang="en-US" dirty="0"/>
              <a:t>Goal:</a:t>
            </a:r>
          </a:p>
          <a:p>
            <a:pPr marL="0" indent="0">
              <a:buNone/>
            </a:pPr>
            <a:r>
              <a:rPr lang="en-US" dirty="0"/>
              <a:t>To build a machine learning model that predicts how much a home will cost based off the U.S Housing Dataset on Kaggle.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 descr="House with solid fill">
            <a:extLst>
              <a:ext uri="{FF2B5EF4-FFF2-40B4-BE49-F238E27FC236}">
                <a16:creationId xmlns:a16="http://schemas.microsoft.com/office/drawing/2014/main" id="{B31A8557-5A49-8761-D71C-7ADE233FA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2527" y="104477"/>
            <a:ext cx="1989499" cy="19894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37FF9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-1618"/>
            <a:ext cx="6343672" cy="709865"/>
          </a:xfrm>
        </p:spPr>
        <p:txBody>
          <a:bodyPr/>
          <a:lstStyle/>
          <a:p>
            <a:r>
              <a:rPr b="1" u="sng" dirty="0"/>
              <a:t>Dataset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D21ACC-73B7-CFB1-A085-98ED2D31E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296059"/>
              </p:ext>
            </p:extLst>
          </p:nvPr>
        </p:nvGraphicFramePr>
        <p:xfrm>
          <a:off x="-263237" y="3993574"/>
          <a:ext cx="4710545" cy="2857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578172D-6128-D3D9-EA30-259CC105C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937832"/>
              </p:ext>
            </p:extLst>
          </p:nvPr>
        </p:nvGraphicFramePr>
        <p:xfrm>
          <a:off x="415636" y="825099"/>
          <a:ext cx="6794005" cy="4587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8F2FA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37FF9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482"/>
            <a:ext cx="7772400" cy="1038524"/>
          </a:xfrm>
        </p:spPr>
        <p:txBody>
          <a:bodyPr/>
          <a:lstStyle/>
          <a:p>
            <a:r>
              <a:rPr lang="en-US" u="sng" dirty="0"/>
              <a:t>Pipeline</a:t>
            </a:r>
            <a:endParaRPr u="sng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63EB3D-0EFE-8BE8-5336-B3EEB0328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653999"/>
              </p:ext>
            </p:extLst>
          </p:nvPr>
        </p:nvGraphicFramePr>
        <p:xfrm>
          <a:off x="0" y="851887"/>
          <a:ext cx="7500796" cy="5421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8"/>
            <a:ext cx="7232073" cy="1343891"/>
          </a:xfrm>
        </p:spPr>
        <p:txBody>
          <a:bodyPr/>
          <a:lstStyle/>
          <a:p>
            <a:r>
              <a:rPr lang="en-US" u="sng" dirty="0"/>
              <a:t>Implementation/STATS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7136" y="3771914"/>
            <a:ext cx="3713019" cy="288174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Avg Area Income is the most key feature (~0.45)</a:t>
            </a:r>
          </a:p>
          <a:p>
            <a:r>
              <a:rPr lang="en-US" b="1" dirty="0"/>
              <a:t>Area Population and Avg House Age are close, but with House Age having more relevance (0.2~)</a:t>
            </a:r>
          </a:p>
          <a:p>
            <a:r>
              <a:rPr lang="en-US" b="1" dirty="0"/>
              <a:t>Number of Rooms is the 2</a:t>
            </a:r>
            <a:r>
              <a:rPr lang="en-US" b="1" baseline="30000" dirty="0"/>
              <a:t>nd</a:t>
            </a:r>
            <a:r>
              <a:rPr lang="en-US" b="1" dirty="0"/>
              <a:t> lowest.</a:t>
            </a:r>
          </a:p>
          <a:p>
            <a:r>
              <a:rPr lang="en-US" b="1" dirty="0"/>
              <a:t>Area Number of Bedrooms is the lowest, having almost no importance.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D6BE2-E0A8-6DA4-4DC3-B255A041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577"/>
            <a:ext cx="4572000" cy="3719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0BBB7-F074-27B2-2AE3-BEEA236B0D0A}"/>
              </a:ext>
            </a:extLst>
          </p:cNvPr>
          <p:cNvSpPr txBox="1"/>
          <p:nvPr/>
        </p:nvSpPr>
        <p:spPr>
          <a:xfrm>
            <a:off x="0" y="899641"/>
            <a:ext cx="4196444" cy="2041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Random Forest Regressor: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Training R²: 0.9842</a:t>
            </a:r>
            <a:br>
              <a:rPr lang="en-US" b="1" dirty="0"/>
            </a:br>
            <a:r>
              <a:rPr lang="en-US" b="1" dirty="0"/>
              <a:t>Testing R² : 0.8832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Training MAE: $35,293</a:t>
            </a:r>
            <a:br>
              <a:rPr lang="en-US" b="1" dirty="0"/>
            </a:br>
            <a:r>
              <a:rPr lang="en-US" b="1" dirty="0"/>
              <a:t>Testing MAE : $94,021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CBAA6-5885-27D5-40A8-16D652935BE7}"/>
              </a:ext>
            </a:extLst>
          </p:cNvPr>
          <p:cNvSpPr txBox="1"/>
          <p:nvPr/>
        </p:nvSpPr>
        <p:spPr>
          <a:xfrm>
            <a:off x="0" y="2827804"/>
            <a:ext cx="4376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Ridge R²: 0.9180</a:t>
            </a:r>
            <a:br>
              <a:rPr lang="pt-BR" b="1" dirty="0"/>
            </a:br>
            <a:r>
              <a:rPr lang="pt-BR" b="1" dirty="0"/>
              <a:t>Lasso R²: 0.9180</a:t>
            </a:r>
            <a:br>
              <a:rPr lang="pt-BR" b="1" dirty="0"/>
            </a:br>
            <a:r>
              <a:rPr lang="pt-BR" b="1" dirty="0"/>
              <a:t>Elastic Net R²: 0.9161 (Consistent)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CFE1F0-AB23-3207-D7AB-8C0B3E29C578}"/>
              </a:ext>
            </a:extLst>
          </p:cNvPr>
          <p:cNvSpPr txBox="1"/>
          <p:nvPr/>
        </p:nvSpPr>
        <p:spPr>
          <a:xfrm>
            <a:off x="0" y="3709620"/>
            <a:ext cx="35284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Random Forest model achieved a training R² of 0.98 and a testing R² of 0.88, showing strong predictive performance with slight overfitting. The Mean Absolute Error indicates an average prediction error of about $94,000 on unseen data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772400" cy="1609344"/>
          </a:xfrm>
        </p:spPr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19"/>
            <a:ext cx="7772400" cy="4695638"/>
          </a:xfrm>
        </p:spPr>
        <p:txBody>
          <a:bodyPr>
            <a:normAutofit fontScale="92500"/>
          </a:bodyPr>
          <a:lstStyle/>
          <a:p>
            <a:r>
              <a:rPr lang="en-US" dirty="0"/>
              <a:t>Built a full machine-learning AI from a house price dataset to evaluate and predict housing prices.</a:t>
            </a:r>
          </a:p>
          <a:p>
            <a:r>
              <a:rPr lang="en-US" dirty="0"/>
              <a:t>Model is suitable for housing price prediction tasks, as it achieved a MAE of above 80%. Relatively predicts solidly, with good performance.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Through this project, I learned how machine learning models can be applied to predict real-world housing prices using structured data. I explored multiple regression models and found that ensemble methods like Random Forest perform strongly the best.</a:t>
            </a:r>
          </a:p>
          <a:p>
            <a:r>
              <a:rPr lang="en-US" dirty="0"/>
              <a:t>Learned how to clean, preprocess a dataset, how to use Random Forest Regressor along with the importance of feature selection and evaluation metrics for building reliable models.</a:t>
            </a:r>
          </a:p>
          <a:p>
            <a:r>
              <a:rPr lang="en-US" dirty="0"/>
              <a:t>Future improvements include hyperparameter tuning, cross-validation, and expanding the dataset to improve generalization.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BC9546-C861-A2DF-4156-FD46A4319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53" y="0"/>
            <a:ext cx="1868447" cy="233263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606</TotalTime>
  <Words>578</Words>
  <Application>Microsoft Office PowerPoint</Application>
  <PresentationFormat>On-screen Show (4:3)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Amasis MT Pro Black</vt:lpstr>
      <vt:lpstr>Aptos</vt:lpstr>
      <vt:lpstr>Arial</vt:lpstr>
      <vt:lpstr>Rockwell</vt:lpstr>
      <vt:lpstr>Rockwell Condensed</vt:lpstr>
      <vt:lpstr>Wingdings</vt:lpstr>
      <vt:lpstr>Wood Type</vt:lpstr>
      <vt:lpstr>AI Housing Price Prediction System</vt:lpstr>
      <vt:lpstr>Objectives </vt:lpstr>
      <vt:lpstr>Dataset</vt:lpstr>
      <vt:lpstr>Pipeline</vt:lpstr>
      <vt:lpstr>Implementation/STATS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RASHAAD</dc:creator>
  <cp:keywords/>
  <dc:description>generated using python-pptx</dc:description>
  <cp:lastModifiedBy>RA AD</cp:lastModifiedBy>
  <cp:revision>4</cp:revision>
  <dcterms:created xsi:type="dcterms:W3CDTF">2013-01-27T09:14:16Z</dcterms:created>
  <dcterms:modified xsi:type="dcterms:W3CDTF">2026-04-28T22:14:04Z</dcterms:modified>
  <cp:category/>
</cp:coreProperties>
</file>